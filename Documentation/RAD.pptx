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9"/>
  </p:notesMasterIdLst>
  <p:sldIdLst>
    <p:sldId id="256" r:id="rId3"/>
    <p:sldId id="259" r:id="rId4"/>
    <p:sldId id="260" r:id="rId5"/>
    <p:sldId id="261" r:id="rId6"/>
    <p:sldId id="266" r:id="rId7"/>
    <p:sldId id="267" r:id="rId8"/>
  </p:sldIdLst>
  <p:sldSz cx="9144000" cy="5143500" type="screen16x9"/>
  <p:notesSz cx="6858000" cy="9144000"/>
  <p:embeddedFontLst>
    <p:embeddedFont>
      <p:font typeface="Manrope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5D4C54-1163-BEAE-7F2F-7FFF333F0406}" v="27" dt="2025-11-16T18:43:31.893"/>
    <p1510:client id="{60DC3D1C-2D2A-29AE-5D50-1201F5C75ACF}" v="510" dt="2025-11-16T19:29:34.215"/>
  </p1510:revLst>
</p1510:revInfo>
</file>

<file path=ppt/tableStyles.xml><?xml version="1.0" encoding="utf-8"?>
<a:tblStyleLst xmlns:a="http://schemas.openxmlformats.org/drawingml/2006/main" def="{5082866D-42E0-444C-A491-A4B3F4CA1CFE}">
  <a:tblStyle styleId="{5082866D-42E0-444C-A491-A4B3F4CA1C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8" name="Google Shape;5728;g114ccc148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9" name="Google Shape;5729;g114ccc148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4" name="Google Shape;5774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5" name="Google Shape;5775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g10f3623e3bc_0_1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6" name="Google Shape;5796;g10f3623e3bc_0_1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1" name="Google Shape;5811;gd96d257566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2" name="Google Shape;5812;gd96d257566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1" name="Google Shape;5931;g11507dc9b99_0_1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2" name="Google Shape;5932;g11507dc9b99_0_1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4">
          <a:extLst>
            <a:ext uri="{FF2B5EF4-FFF2-40B4-BE49-F238E27FC236}">
              <a16:creationId xmlns:a16="http://schemas.microsoft.com/office/drawing/2014/main" id="{71B6C116-609E-06C4-16C1-BB6727DD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g10f3623e3bc_0_1106:notes">
            <a:extLst>
              <a:ext uri="{FF2B5EF4-FFF2-40B4-BE49-F238E27FC236}">
                <a16:creationId xmlns:a16="http://schemas.microsoft.com/office/drawing/2014/main" id="{41D5B0F8-901E-A6DF-4E3F-C75C0C00D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6" name="Google Shape;5796;g10f3623e3bc_0_1106:notes">
            <a:extLst>
              <a:ext uri="{FF2B5EF4-FFF2-40B4-BE49-F238E27FC236}">
                <a16:creationId xmlns:a16="http://schemas.microsoft.com/office/drawing/2014/main" id="{B71B34BB-3953-5EBA-A783-649D00F3D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261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87" name="Google Shape;187;p2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"/>
          <p:cNvSpPr txBox="1">
            <a:spLocks noGrp="1"/>
          </p:cNvSpPr>
          <p:nvPr>
            <p:ph type="ctrTitle"/>
          </p:nvPr>
        </p:nvSpPr>
        <p:spPr>
          <a:xfrm>
            <a:off x="2156425" y="1014752"/>
            <a:ext cx="3669000" cy="19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9" name="Google Shape;189;p2"/>
          <p:cNvSpPr txBox="1">
            <a:spLocks noGrp="1"/>
          </p:cNvSpPr>
          <p:nvPr>
            <p:ph type="subTitle" idx="1"/>
          </p:nvPr>
        </p:nvSpPr>
        <p:spPr>
          <a:xfrm>
            <a:off x="2151300" y="3084775"/>
            <a:ext cx="4841400" cy="5112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3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192" name="Google Shape;192;p3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369" name="Google Shape;369;p3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"/>
          <p:cNvSpPr txBox="1">
            <a:spLocks noGrp="1"/>
          </p:cNvSpPr>
          <p:nvPr>
            <p:ph type="title"/>
          </p:nvPr>
        </p:nvSpPr>
        <p:spPr>
          <a:xfrm>
            <a:off x="1276935" y="2405013"/>
            <a:ext cx="58029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1" name="Google Shape;371;p3"/>
          <p:cNvSpPr txBox="1">
            <a:spLocks noGrp="1"/>
          </p:cNvSpPr>
          <p:nvPr>
            <p:ph type="subTitle" idx="1"/>
          </p:nvPr>
        </p:nvSpPr>
        <p:spPr>
          <a:xfrm>
            <a:off x="1616425" y="3597300"/>
            <a:ext cx="4834800" cy="51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"/>
          <p:cNvSpPr txBox="1">
            <a:spLocks noGrp="1"/>
          </p:cNvSpPr>
          <p:nvPr>
            <p:ph type="title" idx="2" hasCustomPrompt="1"/>
          </p:nvPr>
        </p:nvSpPr>
        <p:spPr>
          <a:xfrm>
            <a:off x="1694210" y="1091926"/>
            <a:ext cx="9111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4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375" name="Google Shape;375;p4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552" name="Google Shape;552;p4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"/>
          <p:cNvSpPr txBox="1">
            <a:spLocks noGrp="1"/>
          </p:cNvSpPr>
          <p:nvPr>
            <p:ph type="title"/>
          </p:nvPr>
        </p:nvSpPr>
        <p:spPr>
          <a:xfrm>
            <a:off x="713363" y="44502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4"/>
          <p:cNvSpPr txBox="1">
            <a:spLocks noGrp="1"/>
          </p:cNvSpPr>
          <p:nvPr>
            <p:ph type="body" idx="1"/>
          </p:nvPr>
        </p:nvSpPr>
        <p:spPr>
          <a:xfrm>
            <a:off x="713438" y="1049275"/>
            <a:ext cx="7717200" cy="3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5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557" name="Google Shape;557;p5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734" name="Google Shape;734;p5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"/>
          <p:cNvSpPr txBox="1">
            <a:spLocks noGrp="1"/>
          </p:cNvSpPr>
          <p:nvPr>
            <p:ph type="title"/>
          </p:nvPr>
        </p:nvSpPr>
        <p:spPr>
          <a:xfrm>
            <a:off x="713400" y="44502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body" idx="1"/>
          </p:nvPr>
        </p:nvSpPr>
        <p:spPr>
          <a:xfrm>
            <a:off x="1696100" y="2658725"/>
            <a:ext cx="2523600" cy="10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body" idx="2"/>
          </p:nvPr>
        </p:nvSpPr>
        <p:spPr>
          <a:xfrm>
            <a:off x="4928950" y="2651975"/>
            <a:ext cx="2523600" cy="10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 idx="3"/>
          </p:nvPr>
        </p:nvSpPr>
        <p:spPr>
          <a:xfrm>
            <a:off x="1696100" y="2309450"/>
            <a:ext cx="2523600" cy="3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5"/>
          <p:cNvSpPr txBox="1">
            <a:spLocks noGrp="1"/>
          </p:cNvSpPr>
          <p:nvPr>
            <p:ph type="title" idx="4"/>
          </p:nvPr>
        </p:nvSpPr>
        <p:spPr>
          <a:xfrm>
            <a:off x="4928950" y="2302700"/>
            <a:ext cx="2523600" cy="3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1" name="Google Shape;741;p6"/>
          <p:cNvGrpSpPr/>
          <p:nvPr/>
        </p:nvGrpSpPr>
        <p:grpSpPr>
          <a:xfrm flipH="1">
            <a:off x="0" y="0"/>
            <a:ext cx="9144000" cy="5143519"/>
            <a:chOff x="0" y="0"/>
            <a:chExt cx="9144000" cy="5143519"/>
          </a:xfrm>
        </p:grpSpPr>
        <p:sp>
          <p:nvSpPr>
            <p:cNvPr id="742" name="Google Shape;742;p6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6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6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6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6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6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6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6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6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6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6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6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6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6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6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6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6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6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6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6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6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6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6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6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6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912" name="Google Shape;912;p6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913" name="Google Shape;913;p6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914" name="Google Shape;914;p6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915" name="Google Shape;915;p6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916" name="Google Shape;916;p6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6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918" name="Google Shape;918;p6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919" name="Google Shape;919;p6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6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7"/>
          <p:cNvGrpSpPr/>
          <p:nvPr/>
        </p:nvGrpSpPr>
        <p:grpSpPr>
          <a:xfrm rot="10800000" flipH="1">
            <a:off x="0" y="0"/>
            <a:ext cx="9144000" cy="5143519"/>
            <a:chOff x="0" y="0"/>
            <a:chExt cx="9144000" cy="5143519"/>
          </a:xfrm>
        </p:grpSpPr>
        <p:sp>
          <p:nvSpPr>
            <p:cNvPr id="923" name="Google Shape;923;p7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7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7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7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7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7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7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7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7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7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7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7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7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7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7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7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7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7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7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7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7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7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7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7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7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7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7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7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7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7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7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7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7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7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7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7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7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7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7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7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7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7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7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7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7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7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7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7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7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7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7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7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7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7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7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7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7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7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7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7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7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7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7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7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7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7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7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7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7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7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7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7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7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7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7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7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7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7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7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7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7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7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7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7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7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7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7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7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7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7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7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7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7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7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7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7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7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7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7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7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7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7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7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7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7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7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7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7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7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7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7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7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7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7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7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7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7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7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7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7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7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7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7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7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7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7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7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7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7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7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7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7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7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7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7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7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7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7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7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7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7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7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7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7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7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7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7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7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7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7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7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7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7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7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7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7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7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7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7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7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7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7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093" name="Google Shape;1093;p7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094" name="Google Shape;1094;p7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095" name="Google Shape;1095;p7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096" name="Google Shape;1096;p7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097" name="Google Shape;1097;p7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7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099" name="Google Shape;1099;p7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100" name="Google Shape;1100;p7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7"/>
          <p:cNvSpPr txBox="1">
            <a:spLocks noGrp="1"/>
          </p:cNvSpPr>
          <p:nvPr>
            <p:ph type="title"/>
          </p:nvPr>
        </p:nvSpPr>
        <p:spPr>
          <a:xfrm>
            <a:off x="1496575" y="1100656"/>
            <a:ext cx="4322100" cy="9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2" name="Google Shape;1102;p7"/>
          <p:cNvSpPr txBox="1">
            <a:spLocks noGrp="1"/>
          </p:cNvSpPr>
          <p:nvPr>
            <p:ph type="body" idx="1"/>
          </p:nvPr>
        </p:nvSpPr>
        <p:spPr>
          <a:xfrm>
            <a:off x="1496575" y="2045344"/>
            <a:ext cx="5016000" cy="21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sz="15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4" name="Google Shape;1104;p8"/>
          <p:cNvGrpSpPr/>
          <p:nvPr/>
        </p:nvGrpSpPr>
        <p:grpSpPr>
          <a:xfrm rot="10800000" flipH="1">
            <a:off x="0" y="0"/>
            <a:ext cx="9144000" cy="5143519"/>
            <a:chOff x="0" y="0"/>
            <a:chExt cx="9144000" cy="5143519"/>
          </a:xfrm>
        </p:grpSpPr>
        <p:sp>
          <p:nvSpPr>
            <p:cNvPr id="1105" name="Google Shape;1105;p8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8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8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8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8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282" name="Google Shape;1282;p8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8"/>
          <p:cNvSpPr txBox="1">
            <a:spLocks noGrp="1"/>
          </p:cNvSpPr>
          <p:nvPr>
            <p:ph type="title"/>
          </p:nvPr>
        </p:nvSpPr>
        <p:spPr>
          <a:xfrm>
            <a:off x="1519690" y="1352150"/>
            <a:ext cx="4591500" cy="22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5" name="Google Shape;1285;p9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1286" name="Google Shape;1286;p9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9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9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9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9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9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9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9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9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9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9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9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9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9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9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9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9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9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9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9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9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9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9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9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9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9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9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9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9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9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9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9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9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9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9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9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9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9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9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9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9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9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9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9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9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9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9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9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9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9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9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9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9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9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9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9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9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9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9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9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9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9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9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9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9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9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9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9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9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9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9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9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9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9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9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9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9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9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9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9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9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9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9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9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9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9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9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9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9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9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9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9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9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9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9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9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9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9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9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9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9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9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9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9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9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9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9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9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9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9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9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9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9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9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9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9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9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9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9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9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9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9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9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9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9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9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9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9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9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9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9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9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9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9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9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9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9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9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9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9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9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9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9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9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9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9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9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9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9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9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9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9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9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9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9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456" name="Google Shape;1456;p9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457" name="Google Shape;1457;p9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458" name="Google Shape;1458;p9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459" name="Google Shape;1459;p9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460" name="Google Shape;1460;p9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9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462" name="Google Shape;1462;p9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463" name="Google Shape;1463;p9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9"/>
          <p:cNvSpPr txBox="1">
            <a:spLocks noGrp="1"/>
          </p:cNvSpPr>
          <p:nvPr>
            <p:ph type="title"/>
          </p:nvPr>
        </p:nvSpPr>
        <p:spPr>
          <a:xfrm>
            <a:off x="2158200" y="1411415"/>
            <a:ext cx="3113400" cy="8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65" name="Google Shape;1465;p9"/>
          <p:cNvSpPr txBox="1">
            <a:spLocks noGrp="1"/>
          </p:cNvSpPr>
          <p:nvPr>
            <p:ph type="subTitle" idx="1"/>
          </p:nvPr>
        </p:nvSpPr>
        <p:spPr>
          <a:xfrm>
            <a:off x="2158200" y="2575100"/>
            <a:ext cx="4303200" cy="5112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10"/>
          <p:cNvGrpSpPr/>
          <p:nvPr/>
        </p:nvGrpSpPr>
        <p:grpSpPr>
          <a:xfrm rot="10800000">
            <a:off x="0" y="6869"/>
            <a:ext cx="9144000" cy="5136650"/>
            <a:chOff x="0" y="0"/>
            <a:chExt cx="9144000" cy="5136650"/>
          </a:xfrm>
        </p:grpSpPr>
        <p:sp>
          <p:nvSpPr>
            <p:cNvPr id="1468" name="Google Shape;1468;p10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10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10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10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10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10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10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475" name="Google Shape;1475;p10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476" name="Google Shape;1476;p10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0"/>
          <p:cNvSpPr txBox="1">
            <a:spLocks noGrp="1"/>
          </p:cNvSpPr>
          <p:nvPr>
            <p:ph type="title"/>
          </p:nvPr>
        </p:nvSpPr>
        <p:spPr>
          <a:xfrm>
            <a:off x="2094900" y="539700"/>
            <a:ext cx="4954200" cy="10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11"/>
          <p:cNvGrpSpPr/>
          <p:nvPr/>
        </p:nvGrpSpPr>
        <p:grpSpPr>
          <a:xfrm rot="10800000" flipH="1">
            <a:off x="0" y="0"/>
            <a:ext cx="9144000" cy="5143519"/>
            <a:chOff x="0" y="0"/>
            <a:chExt cx="9144000" cy="5143519"/>
          </a:xfrm>
        </p:grpSpPr>
        <p:sp>
          <p:nvSpPr>
            <p:cNvPr id="1480" name="Google Shape;1480;p11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1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1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1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1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1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1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1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1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1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1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1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1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1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1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1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1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1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1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1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1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1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1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1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1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1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1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1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1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1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1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1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1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1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1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1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1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1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1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1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1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1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1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1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1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1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1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1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1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1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1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1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1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1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1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1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1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1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1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1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1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1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1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1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1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1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1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1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1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1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1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1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1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1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1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1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1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1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1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1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1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1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1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1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1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1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1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1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1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1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1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1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1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1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1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1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1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1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1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1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1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1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1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1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1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1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1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1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1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1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1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1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1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1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1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1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1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1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1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1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1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1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1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11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11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11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11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11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11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11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11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11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11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11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11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11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11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1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11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1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1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1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1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1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11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11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1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650" name="Google Shape;1650;p11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651" name="Google Shape;1651;p11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652" name="Google Shape;1652;p11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653" name="Google Shape;1653;p11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654" name="Google Shape;1654;p11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11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656" name="Google Shape;1656;p11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657" name="Google Shape;1657;p11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1"/>
          <p:cNvSpPr txBox="1">
            <a:spLocks noGrp="1"/>
          </p:cNvSpPr>
          <p:nvPr>
            <p:ph type="title" hasCustomPrompt="1"/>
          </p:nvPr>
        </p:nvSpPr>
        <p:spPr>
          <a:xfrm>
            <a:off x="1345800" y="1347320"/>
            <a:ext cx="6452400" cy="155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59" name="Google Shape;1659;p11"/>
          <p:cNvSpPr txBox="1">
            <a:spLocks noGrp="1"/>
          </p:cNvSpPr>
          <p:nvPr>
            <p:ph type="body" idx="1"/>
          </p:nvPr>
        </p:nvSpPr>
        <p:spPr>
          <a:xfrm>
            <a:off x="1610725" y="3094850"/>
            <a:ext cx="5916900" cy="5250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00">
                <a:solidFill>
                  <a:srgbClr val="1F1C26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2" name="Google Shape;1662;p13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1663" name="Google Shape;1663;p13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3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3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3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3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3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3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3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3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3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3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3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3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3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3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3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3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3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3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3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3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3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3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3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3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3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3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3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3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3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3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3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3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3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3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3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3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3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3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3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3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3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3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3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3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3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3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3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3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3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3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3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3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3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3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3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3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3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3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3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3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3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3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3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3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3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3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3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3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3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3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3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3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3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3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3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3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3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3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3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3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3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3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3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3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3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3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3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3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3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3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3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3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3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3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3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3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3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3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3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3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3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3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3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3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3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3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3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3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3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3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3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3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3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3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3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3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3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3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3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3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3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3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3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3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3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3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3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3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3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3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3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33" name="Google Shape;1833;p1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34" name="Google Shape;1834;p13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35" name="Google Shape;1835;p1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1836" name="Google Shape;1836;p1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837" name="Google Shape;1837;p13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3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839" name="Google Shape;1839;p13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840" name="Google Shape;1840;p13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3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42" name="Google Shape;1842;p13"/>
          <p:cNvSpPr txBox="1">
            <a:spLocks noGrp="1"/>
          </p:cNvSpPr>
          <p:nvPr>
            <p:ph type="title" idx="2" hasCustomPrompt="1"/>
          </p:nvPr>
        </p:nvSpPr>
        <p:spPr>
          <a:xfrm>
            <a:off x="999175" y="1648500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3" name="Google Shape;1843;p13"/>
          <p:cNvSpPr txBox="1">
            <a:spLocks noGrp="1"/>
          </p:cNvSpPr>
          <p:nvPr>
            <p:ph type="title" idx="3"/>
          </p:nvPr>
        </p:nvSpPr>
        <p:spPr>
          <a:xfrm>
            <a:off x="1689475" y="1648498"/>
            <a:ext cx="25092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44" name="Google Shape;1844;p13"/>
          <p:cNvSpPr txBox="1">
            <a:spLocks noGrp="1"/>
          </p:cNvSpPr>
          <p:nvPr>
            <p:ph type="title" idx="4"/>
          </p:nvPr>
        </p:nvSpPr>
        <p:spPr>
          <a:xfrm>
            <a:off x="1689475" y="1937374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845" name="Google Shape;1845;p13"/>
          <p:cNvSpPr txBox="1">
            <a:spLocks noGrp="1"/>
          </p:cNvSpPr>
          <p:nvPr>
            <p:ph type="title" idx="5" hasCustomPrompt="1"/>
          </p:nvPr>
        </p:nvSpPr>
        <p:spPr>
          <a:xfrm>
            <a:off x="4766325" y="1648500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6" name="Google Shape;1846;p13"/>
          <p:cNvSpPr txBox="1">
            <a:spLocks noGrp="1"/>
          </p:cNvSpPr>
          <p:nvPr>
            <p:ph type="title" idx="6"/>
          </p:nvPr>
        </p:nvSpPr>
        <p:spPr>
          <a:xfrm>
            <a:off x="5456625" y="1648498"/>
            <a:ext cx="25476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47" name="Google Shape;1847;p13"/>
          <p:cNvSpPr txBox="1">
            <a:spLocks noGrp="1"/>
          </p:cNvSpPr>
          <p:nvPr>
            <p:ph type="title" idx="7"/>
          </p:nvPr>
        </p:nvSpPr>
        <p:spPr>
          <a:xfrm>
            <a:off x="5456625" y="1937374"/>
            <a:ext cx="2547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848" name="Google Shape;1848;p13"/>
          <p:cNvSpPr txBox="1">
            <a:spLocks noGrp="1"/>
          </p:cNvSpPr>
          <p:nvPr>
            <p:ph type="title" idx="8" hasCustomPrompt="1"/>
          </p:nvPr>
        </p:nvSpPr>
        <p:spPr>
          <a:xfrm>
            <a:off x="999175" y="3192325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9" name="Google Shape;1849;p13"/>
          <p:cNvSpPr txBox="1">
            <a:spLocks noGrp="1"/>
          </p:cNvSpPr>
          <p:nvPr>
            <p:ph type="title" idx="9"/>
          </p:nvPr>
        </p:nvSpPr>
        <p:spPr>
          <a:xfrm>
            <a:off x="1689475" y="3192323"/>
            <a:ext cx="25092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50" name="Google Shape;1850;p13"/>
          <p:cNvSpPr txBox="1">
            <a:spLocks noGrp="1"/>
          </p:cNvSpPr>
          <p:nvPr>
            <p:ph type="title" idx="13"/>
          </p:nvPr>
        </p:nvSpPr>
        <p:spPr>
          <a:xfrm>
            <a:off x="1689475" y="3483118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851" name="Google Shape;1851;p13"/>
          <p:cNvSpPr txBox="1">
            <a:spLocks noGrp="1"/>
          </p:cNvSpPr>
          <p:nvPr>
            <p:ph type="title" idx="14" hasCustomPrompt="1"/>
          </p:nvPr>
        </p:nvSpPr>
        <p:spPr>
          <a:xfrm>
            <a:off x="4766325" y="3192327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52" name="Google Shape;1852;p13"/>
          <p:cNvSpPr txBox="1">
            <a:spLocks noGrp="1"/>
          </p:cNvSpPr>
          <p:nvPr>
            <p:ph type="title" idx="15"/>
          </p:nvPr>
        </p:nvSpPr>
        <p:spPr>
          <a:xfrm>
            <a:off x="5456625" y="3192329"/>
            <a:ext cx="25476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53" name="Google Shape;1853;p13"/>
          <p:cNvSpPr txBox="1">
            <a:spLocks noGrp="1"/>
          </p:cNvSpPr>
          <p:nvPr>
            <p:ph type="title" idx="16"/>
          </p:nvPr>
        </p:nvSpPr>
        <p:spPr>
          <a:xfrm>
            <a:off x="5456625" y="3483112"/>
            <a:ext cx="2547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None/>
              <a:defRPr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14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1856" name="Google Shape;1856;p14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4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4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4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4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4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4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4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4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4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4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4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4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4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14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4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4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4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4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4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4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4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14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14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4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4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4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4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4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4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4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4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4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4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4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4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4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4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4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4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4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4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4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4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4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4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4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4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4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4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4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4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4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4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4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4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4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4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4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4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4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4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4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4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4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4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4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4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4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4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4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4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4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4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4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14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4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14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14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4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14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14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4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4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4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4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4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4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4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4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4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4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4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4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4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4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4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4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4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14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4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14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14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4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14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14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4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14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14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4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14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14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4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14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4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4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4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14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4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4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14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4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4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4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4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4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4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4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4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4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4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4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4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4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4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4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4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4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4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4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4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4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4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4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4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4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4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4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4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4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4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4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4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4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4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14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14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4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4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4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4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4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4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14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14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4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4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026" name="Google Shape;2026;p1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027" name="Google Shape;2027;p14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028" name="Google Shape;2028;p1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029" name="Google Shape;2029;p1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030" name="Google Shape;2030;p14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4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032" name="Google Shape;2032;p14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2033" name="Google Shape;2033;p14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4" name="Google Shape;2034;p14"/>
          <p:cNvSpPr txBox="1">
            <a:spLocks noGrp="1"/>
          </p:cNvSpPr>
          <p:nvPr>
            <p:ph type="title"/>
          </p:nvPr>
        </p:nvSpPr>
        <p:spPr>
          <a:xfrm>
            <a:off x="1670550" y="2409901"/>
            <a:ext cx="58029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35" name="Google Shape;2035;p14"/>
          <p:cNvSpPr txBox="1">
            <a:spLocks noGrp="1"/>
          </p:cNvSpPr>
          <p:nvPr>
            <p:ph type="subTitle" idx="1"/>
          </p:nvPr>
        </p:nvSpPr>
        <p:spPr>
          <a:xfrm>
            <a:off x="2157500" y="3595063"/>
            <a:ext cx="4829100" cy="520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6" name="Google Shape;2036;p14"/>
          <p:cNvSpPr txBox="1">
            <a:spLocks noGrp="1"/>
          </p:cNvSpPr>
          <p:nvPr>
            <p:ph type="title" idx="2" hasCustomPrompt="1"/>
          </p:nvPr>
        </p:nvSpPr>
        <p:spPr>
          <a:xfrm>
            <a:off x="4007897" y="1171323"/>
            <a:ext cx="11283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8" name="Google Shape;2038;p15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2039" name="Google Shape;2039;p15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5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5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5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5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5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5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5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5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5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5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5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5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5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5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5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5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5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5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5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5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5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5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5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5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5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5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5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5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5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5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5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5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5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5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5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5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15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5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5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5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5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5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5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5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5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5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5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5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5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5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5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5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5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5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5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5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5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5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5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5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5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5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5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5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5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5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5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5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5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5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5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5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5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5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5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5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5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5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5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5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5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5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5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5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5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5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5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5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5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5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5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5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5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5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5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5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5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5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5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5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5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5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5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5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5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5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5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5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5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5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5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5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5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5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5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5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5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5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5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5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5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5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5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5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5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5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5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5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5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5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5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5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5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5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5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5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5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5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5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5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5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5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5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5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5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5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5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5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5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5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5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5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5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5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5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5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5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5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5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5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5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5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5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5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5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5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209" name="Google Shape;2209;p15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210" name="Google Shape;2210;p15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211" name="Google Shape;2211;p15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212" name="Google Shape;2212;p15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213" name="Google Shape;2213;p15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5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215" name="Google Shape;2215;p15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2216" name="Google Shape;2216;p15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15"/>
          <p:cNvSpPr txBox="1">
            <a:spLocks noGrp="1"/>
          </p:cNvSpPr>
          <p:nvPr>
            <p:ph type="title"/>
          </p:nvPr>
        </p:nvSpPr>
        <p:spPr>
          <a:xfrm>
            <a:off x="2657638" y="3144913"/>
            <a:ext cx="52986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18" name="Google Shape;2218;p15"/>
          <p:cNvSpPr txBox="1">
            <a:spLocks noGrp="1"/>
          </p:cNvSpPr>
          <p:nvPr>
            <p:ph type="title" idx="2"/>
          </p:nvPr>
        </p:nvSpPr>
        <p:spPr>
          <a:xfrm>
            <a:off x="2657638" y="1554313"/>
            <a:ext cx="5298600" cy="15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0" name="Google Shape;2220;p16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2221" name="Google Shape;2221;p16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6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6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6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6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6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6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6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6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6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6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6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6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6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6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6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6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6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6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6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6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6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6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6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6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6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6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6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6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6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6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6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6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6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6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6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6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6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6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6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6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6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6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6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6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6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6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6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6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6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6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6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6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6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6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6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6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6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6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16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16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16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16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16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16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16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16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6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6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6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6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6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6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6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16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16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6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6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16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16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6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6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6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16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6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6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6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16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16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16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16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16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16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16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16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16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16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16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16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16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16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16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6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6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6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6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6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6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6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6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6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6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6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6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6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6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6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6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6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6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6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6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6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6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6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6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6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6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6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6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6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6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6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6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6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6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6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6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6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6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6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6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6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6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6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6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6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6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6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6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6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6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6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6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6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397" name="Google Shape;2397;p16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2398" name="Google Shape;2398;p16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16"/>
          <p:cNvSpPr txBox="1">
            <a:spLocks noGrp="1"/>
          </p:cNvSpPr>
          <p:nvPr>
            <p:ph type="title"/>
          </p:nvPr>
        </p:nvSpPr>
        <p:spPr>
          <a:xfrm>
            <a:off x="4476850" y="1271784"/>
            <a:ext cx="37320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00" name="Google Shape;2400;p16"/>
          <p:cNvSpPr txBox="1">
            <a:spLocks noGrp="1"/>
          </p:cNvSpPr>
          <p:nvPr>
            <p:ph type="subTitle" idx="1"/>
          </p:nvPr>
        </p:nvSpPr>
        <p:spPr>
          <a:xfrm>
            <a:off x="5267950" y="3126816"/>
            <a:ext cx="2940900" cy="7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2">
    <p:spTree>
      <p:nvGrpSpPr>
        <p:cNvPr id="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2" name="Google Shape;2402;p17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2403" name="Google Shape;2403;p17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7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7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7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7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7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7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7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7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7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7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7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7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7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7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7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7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7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7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7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7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7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7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7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7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7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7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7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7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7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7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7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7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7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7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7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7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7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7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7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7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7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7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7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7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7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7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7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7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7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7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7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7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7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7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7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7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7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7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7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7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7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7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7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7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7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7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7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7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7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7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7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7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7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7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7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7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7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7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7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7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7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7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7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7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7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7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7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7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7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7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7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7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7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7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7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7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7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7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7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7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7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7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7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7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7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7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7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7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7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7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7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7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7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7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7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7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7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7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7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7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7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7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7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7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7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7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7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7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7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7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7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7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7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7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7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7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7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7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2580" name="Google Shape;2580;p17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1" name="Google Shape;2581;p17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582" name="Google Shape;2582;p17"/>
          <p:cNvSpPr txBox="1">
            <a:spLocks noGrp="1"/>
          </p:cNvSpPr>
          <p:nvPr>
            <p:ph type="body" idx="1"/>
          </p:nvPr>
        </p:nvSpPr>
        <p:spPr>
          <a:xfrm>
            <a:off x="878825" y="2001377"/>
            <a:ext cx="5107200" cy="19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 sz="15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83" name="Google Shape;2583;p17"/>
          <p:cNvSpPr txBox="1">
            <a:spLocks noGrp="1"/>
          </p:cNvSpPr>
          <p:nvPr>
            <p:ph type="subTitle" idx="2"/>
          </p:nvPr>
        </p:nvSpPr>
        <p:spPr>
          <a:xfrm>
            <a:off x="864275" y="1569077"/>
            <a:ext cx="5107200" cy="4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5" name="Google Shape;2585;p18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2586" name="Google Shape;2586;p18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8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8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2763" name="Google Shape;2763;p18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4" name="Google Shape;2764;p18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" name="Google Shape;2766;p19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2767" name="Google Shape;2767;p19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9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9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9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9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9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9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9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9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9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9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9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9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9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9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9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9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9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9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9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9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9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9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9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9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9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9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9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9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9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9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9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9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9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9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9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9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9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9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9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9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9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9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9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9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9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9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9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9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9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9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9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9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9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9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9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9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9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9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9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9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9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9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9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9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9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9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9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9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9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9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9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9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9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9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9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9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9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9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9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9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9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9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9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9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9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9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9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9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9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9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9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9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9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9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9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9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9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9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9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9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9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9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9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9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9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9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9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9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9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9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9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9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9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9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9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9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9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9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9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9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9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9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9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9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9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9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9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9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9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9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9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9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9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9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9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9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9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9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9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9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9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9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9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9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9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9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9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9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9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9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9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9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9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9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9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9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9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9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9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9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9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9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9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9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9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9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9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9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9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937" name="Google Shape;2937;p19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938" name="Google Shape;2938;p19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939" name="Google Shape;2939;p19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2940" name="Google Shape;2940;p19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941" name="Google Shape;2941;p19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9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943" name="Google Shape;2943;p19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2944" name="Google Shape;2944;p19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5" name="Google Shape;2945;p19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_1"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7" name="Google Shape;2947;p20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2948" name="Google Shape;2948;p20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0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0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0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0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0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0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0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0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0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20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20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0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0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20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20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0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0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0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0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0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0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0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0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20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20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20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0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0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0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0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0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0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0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0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0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0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0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0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0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0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0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0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0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0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0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0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0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0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0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0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0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0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0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0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0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0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0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0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0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20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20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0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0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0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0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0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0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0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20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20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0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0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0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0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0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0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0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0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0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0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0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0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0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0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0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0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0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0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0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0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0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0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0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0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0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0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0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0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0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0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0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0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0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0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0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0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0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0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0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0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0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0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0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0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20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20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20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20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20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20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20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20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20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20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20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20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20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20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20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20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118" name="Google Shape;3118;p20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119" name="Google Shape;3119;p20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120" name="Google Shape;3120;p20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121" name="Google Shape;3121;p20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122" name="Google Shape;3122;p20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20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3124" name="Google Shape;3124;p20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3125" name="Google Shape;3125;p20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6" name="Google Shape;3126;p20"/>
          <p:cNvSpPr txBox="1">
            <a:spLocks noGrp="1"/>
          </p:cNvSpPr>
          <p:nvPr>
            <p:ph type="title" hasCustomPrompt="1"/>
          </p:nvPr>
        </p:nvSpPr>
        <p:spPr>
          <a:xfrm>
            <a:off x="1022200" y="3073009"/>
            <a:ext cx="3145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127" name="Google Shape;3127;p20"/>
          <p:cNvSpPr txBox="1">
            <a:spLocks noGrp="1"/>
          </p:cNvSpPr>
          <p:nvPr>
            <p:ph type="subTitle" idx="1"/>
          </p:nvPr>
        </p:nvSpPr>
        <p:spPr>
          <a:xfrm>
            <a:off x="1024450" y="3772259"/>
            <a:ext cx="3140700" cy="3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8" name="Google Shape;3128;p20"/>
          <p:cNvSpPr txBox="1">
            <a:spLocks noGrp="1"/>
          </p:cNvSpPr>
          <p:nvPr>
            <p:ph type="title" idx="2" hasCustomPrompt="1"/>
          </p:nvPr>
        </p:nvSpPr>
        <p:spPr>
          <a:xfrm>
            <a:off x="1022200" y="1022995"/>
            <a:ext cx="3145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129" name="Google Shape;3129;p20"/>
          <p:cNvSpPr txBox="1">
            <a:spLocks noGrp="1"/>
          </p:cNvSpPr>
          <p:nvPr>
            <p:ph type="subTitle" idx="3"/>
          </p:nvPr>
        </p:nvSpPr>
        <p:spPr>
          <a:xfrm>
            <a:off x="1024450" y="1722220"/>
            <a:ext cx="3140700" cy="3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0" name="Google Shape;3130;p20"/>
          <p:cNvSpPr txBox="1">
            <a:spLocks noGrp="1"/>
          </p:cNvSpPr>
          <p:nvPr>
            <p:ph type="title" idx="4" hasCustomPrompt="1"/>
          </p:nvPr>
        </p:nvSpPr>
        <p:spPr>
          <a:xfrm>
            <a:off x="4708575" y="1026376"/>
            <a:ext cx="3145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131" name="Google Shape;3131;p20"/>
          <p:cNvSpPr txBox="1">
            <a:spLocks noGrp="1"/>
          </p:cNvSpPr>
          <p:nvPr>
            <p:ph type="subTitle" idx="5"/>
          </p:nvPr>
        </p:nvSpPr>
        <p:spPr>
          <a:xfrm>
            <a:off x="4710825" y="1725676"/>
            <a:ext cx="3140700" cy="3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2" name="Google Shape;3132;p20"/>
          <p:cNvSpPr txBox="1">
            <a:spLocks noGrp="1"/>
          </p:cNvSpPr>
          <p:nvPr>
            <p:ph type="title" idx="6" hasCustomPrompt="1"/>
          </p:nvPr>
        </p:nvSpPr>
        <p:spPr>
          <a:xfrm>
            <a:off x="4734825" y="3089700"/>
            <a:ext cx="3145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133" name="Google Shape;3133;p20"/>
          <p:cNvSpPr txBox="1">
            <a:spLocks noGrp="1"/>
          </p:cNvSpPr>
          <p:nvPr>
            <p:ph type="subTitle" idx="7"/>
          </p:nvPr>
        </p:nvSpPr>
        <p:spPr>
          <a:xfrm>
            <a:off x="4737195" y="3773700"/>
            <a:ext cx="3140700" cy="3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_1_1">
    <p:spTree>
      <p:nvGrpSpPr>
        <p:cNvPr id="1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5" name="Google Shape;3135;p21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3136" name="Google Shape;3136;p21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21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21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21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21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21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21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21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21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21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21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21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21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21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21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21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21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1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1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21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21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21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21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21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21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21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21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21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21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21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21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21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21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21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21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21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21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21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21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21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21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21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21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21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21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21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21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21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21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21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21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1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1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1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1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1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1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1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1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21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21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1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1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1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1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1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1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1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1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1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1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1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1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1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1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1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1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1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1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1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1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1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1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1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1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21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21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1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1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21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21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21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21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21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21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21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21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21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1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1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21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21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21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21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21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21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21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21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21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21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21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21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21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21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1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1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1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1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1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1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1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1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21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21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21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21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21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21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21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21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21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21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21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21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21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21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21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21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21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21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21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21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21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21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21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21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21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21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21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21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21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21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21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21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21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21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21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21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21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21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21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1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21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21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21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21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21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21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21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21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306" name="Google Shape;3306;p21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307" name="Google Shape;3307;p21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308" name="Google Shape;3308;p21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309" name="Google Shape;3309;p21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310" name="Google Shape;3310;p21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21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3312" name="Google Shape;3312;p21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3313" name="Google Shape;3313;p21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4" name="Google Shape;3314;p21"/>
          <p:cNvSpPr txBox="1">
            <a:spLocks noGrp="1"/>
          </p:cNvSpPr>
          <p:nvPr>
            <p:ph type="title"/>
          </p:nvPr>
        </p:nvSpPr>
        <p:spPr>
          <a:xfrm>
            <a:off x="4483825" y="1643138"/>
            <a:ext cx="38760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15" name="Google Shape;3315;p21"/>
          <p:cNvSpPr txBox="1">
            <a:spLocks noGrp="1"/>
          </p:cNvSpPr>
          <p:nvPr>
            <p:ph type="subTitle" idx="1"/>
          </p:nvPr>
        </p:nvSpPr>
        <p:spPr>
          <a:xfrm>
            <a:off x="4483825" y="2123963"/>
            <a:ext cx="3876000" cy="13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0">
    <p:spTree>
      <p:nvGrpSpPr>
        <p:cNvPr id="1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7" name="Google Shape;3317;p22"/>
          <p:cNvGrpSpPr/>
          <p:nvPr/>
        </p:nvGrpSpPr>
        <p:grpSpPr>
          <a:xfrm flipH="1">
            <a:off x="0" y="0"/>
            <a:ext cx="9144000" cy="5143519"/>
            <a:chOff x="0" y="0"/>
            <a:chExt cx="9144000" cy="5143519"/>
          </a:xfrm>
        </p:grpSpPr>
        <p:sp>
          <p:nvSpPr>
            <p:cNvPr id="3318" name="Google Shape;3318;p22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22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22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22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22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22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22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22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22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22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22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22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22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22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22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22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22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22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22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22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22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22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22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22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22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22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22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22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22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22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22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22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22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22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22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22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2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2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22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22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22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22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22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22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22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22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22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22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22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22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22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22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22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22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22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22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22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22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22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22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22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22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22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22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22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22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22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22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22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22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22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22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22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22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22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22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22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22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22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22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22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22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22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22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22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22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22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22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22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22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22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22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22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22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22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22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22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22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22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22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22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22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22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22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22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22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22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22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22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22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22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22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22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22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22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22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22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22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22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22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22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22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22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22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22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22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22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22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22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22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22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22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22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22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22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22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22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22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22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22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22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22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22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22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22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22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22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22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22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22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22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22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22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22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22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22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22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22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22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22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22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22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22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22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22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22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22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22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22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22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488" name="Google Shape;3488;p22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489" name="Google Shape;3489;p22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490" name="Google Shape;3490;p22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491" name="Google Shape;3491;p22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492" name="Google Shape;3492;p22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22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3494" name="Google Shape;3494;p22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3495" name="Google Shape;3495;p22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6" name="Google Shape;3496;p22"/>
          <p:cNvSpPr txBox="1">
            <a:spLocks noGrp="1"/>
          </p:cNvSpPr>
          <p:nvPr>
            <p:ph type="title"/>
          </p:nvPr>
        </p:nvSpPr>
        <p:spPr>
          <a:xfrm>
            <a:off x="758850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97" name="Google Shape;3497;p22"/>
          <p:cNvSpPr txBox="1">
            <a:spLocks noGrp="1"/>
          </p:cNvSpPr>
          <p:nvPr>
            <p:ph type="title" idx="2"/>
          </p:nvPr>
        </p:nvSpPr>
        <p:spPr>
          <a:xfrm>
            <a:off x="4782288" y="2929810"/>
            <a:ext cx="26334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98" name="Google Shape;3498;p22"/>
          <p:cNvSpPr txBox="1">
            <a:spLocks noGrp="1"/>
          </p:cNvSpPr>
          <p:nvPr>
            <p:ph type="title" idx="3"/>
          </p:nvPr>
        </p:nvSpPr>
        <p:spPr>
          <a:xfrm>
            <a:off x="4782288" y="3343260"/>
            <a:ext cx="26334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499" name="Google Shape;3499;p22"/>
          <p:cNvSpPr txBox="1">
            <a:spLocks noGrp="1"/>
          </p:cNvSpPr>
          <p:nvPr>
            <p:ph type="title" idx="4"/>
          </p:nvPr>
        </p:nvSpPr>
        <p:spPr>
          <a:xfrm>
            <a:off x="1728300" y="2929810"/>
            <a:ext cx="26337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0" name="Google Shape;3500;p22"/>
          <p:cNvSpPr txBox="1">
            <a:spLocks noGrp="1"/>
          </p:cNvSpPr>
          <p:nvPr>
            <p:ph type="title" idx="5"/>
          </p:nvPr>
        </p:nvSpPr>
        <p:spPr>
          <a:xfrm>
            <a:off x="1728412" y="3343260"/>
            <a:ext cx="26334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_1">
    <p:spTree>
      <p:nvGrpSpPr>
        <p:cNvPr id="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" name="Google Shape;3502;p23"/>
          <p:cNvGrpSpPr/>
          <p:nvPr/>
        </p:nvGrpSpPr>
        <p:grpSpPr>
          <a:xfrm flipH="1">
            <a:off x="0" y="0"/>
            <a:ext cx="9144000" cy="5143519"/>
            <a:chOff x="0" y="0"/>
            <a:chExt cx="9144000" cy="5143519"/>
          </a:xfrm>
        </p:grpSpPr>
        <p:sp>
          <p:nvSpPr>
            <p:cNvPr id="3503" name="Google Shape;3503;p23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23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23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23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23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23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23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23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23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23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23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23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23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23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23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23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23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23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23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23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23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23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23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23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23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23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23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23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23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23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23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23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23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23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2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23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23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23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23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23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23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23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23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23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23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23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23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23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23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23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23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23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2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23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23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23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23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23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23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23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23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23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23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23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23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23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23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23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23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23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23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23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23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23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23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23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23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23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23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23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23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23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23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23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23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23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23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23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23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23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23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23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23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23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23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23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23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23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23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23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23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3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23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23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23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23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23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23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23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23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23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23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23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23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23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23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23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23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23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23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23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23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23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23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23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23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23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23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23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23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23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23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23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23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23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23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2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23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23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23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23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23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23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23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23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23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23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23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23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23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23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23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23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23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23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23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23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23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23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23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23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23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23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23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23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23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23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23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23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23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73" name="Google Shape;3673;p2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74" name="Google Shape;3674;p23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75" name="Google Shape;3675;p2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676" name="Google Shape;3676;p2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677" name="Google Shape;3677;p23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23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3679" name="Google Shape;3679;p23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3680" name="Google Shape;3680;p23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1" name="Google Shape;3681;p23"/>
          <p:cNvSpPr txBox="1">
            <a:spLocks noGrp="1"/>
          </p:cNvSpPr>
          <p:nvPr>
            <p:ph type="title"/>
          </p:nvPr>
        </p:nvSpPr>
        <p:spPr>
          <a:xfrm>
            <a:off x="758850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82" name="Google Shape;3682;p23"/>
          <p:cNvSpPr txBox="1">
            <a:spLocks noGrp="1"/>
          </p:cNvSpPr>
          <p:nvPr>
            <p:ph type="title" idx="2"/>
          </p:nvPr>
        </p:nvSpPr>
        <p:spPr>
          <a:xfrm>
            <a:off x="4693900" y="3066115"/>
            <a:ext cx="3276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3" name="Google Shape;3683;p23"/>
          <p:cNvSpPr txBox="1">
            <a:spLocks noGrp="1"/>
          </p:cNvSpPr>
          <p:nvPr>
            <p:ph type="title" idx="3"/>
          </p:nvPr>
        </p:nvSpPr>
        <p:spPr>
          <a:xfrm>
            <a:off x="4693896" y="3424962"/>
            <a:ext cx="32763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684" name="Google Shape;3684;p23"/>
          <p:cNvSpPr txBox="1">
            <a:spLocks noGrp="1"/>
          </p:cNvSpPr>
          <p:nvPr>
            <p:ph type="title" idx="4"/>
          </p:nvPr>
        </p:nvSpPr>
        <p:spPr>
          <a:xfrm>
            <a:off x="4693725" y="1488933"/>
            <a:ext cx="32766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5" name="Google Shape;3685;p23"/>
          <p:cNvSpPr txBox="1">
            <a:spLocks noGrp="1"/>
          </p:cNvSpPr>
          <p:nvPr>
            <p:ph type="title" idx="5"/>
          </p:nvPr>
        </p:nvSpPr>
        <p:spPr>
          <a:xfrm>
            <a:off x="4693865" y="1847922"/>
            <a:ext cx="32763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7" name="Google Shape;3687;p24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3688" name="Google Shape;3688;p24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24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24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24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24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24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24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24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24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24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24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24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24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24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24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24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24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24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24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24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24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24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24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24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24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24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24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24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24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24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24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24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24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24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2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24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24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24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24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24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24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24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24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24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24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24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24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24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24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24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24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24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2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24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24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24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4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24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24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24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24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24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24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24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24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24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24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24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24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24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24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24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24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24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24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24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24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24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24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24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24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24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24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24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24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24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24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24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24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24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24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24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24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24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24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24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24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24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24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24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24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24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24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24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24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24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24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24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24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24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24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24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24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24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24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24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24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24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24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24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24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24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24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24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24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24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24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24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24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24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24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24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24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24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24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24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2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24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24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24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24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24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24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24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24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24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24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24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24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24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24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24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24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24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24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24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24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24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24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24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24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24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24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24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24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24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24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24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24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24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858" name="Google Shape;3858;p2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859" name="Google Shape;3859;p24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860" name="Google Shape;3860;p2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3861" name="Google Shape;3861;p2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862" name="Google Shape;3862;p24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24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3864" name="Google Shape;3864;p24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3865" name="Google Shape;3865;p24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6" name="Google Shape;3866;p24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67" name="Google Shape;3867;p24"/>
          <p:cNvSpPr txBox="1">
            <a:spLocks noGrp="1"/>
          </p:cNvSpPr>
          <p:nvPr>
            <p:ph type="title" idx="2"/>
          </p:nvPr>
        </p:nvSpPr>
        <p:spPr>
          <a:xfrm>
            <a:off x="3441630" y="2233950"/>
            <a:ext cx="2260800" cy="4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8" name="Google Shape;3868;p24"/>
          <p:cNvSpPr txBox="1">
            <a:spLocks noGrp="1"/>
          </p:cNvSpPr>
          <p:nvPr>
            <p:ph type="title" idx="3"/>
          </p:nvPr>
        </p:nvSpPr>
        <p:spPr>
          <a:xfrm>
            <a:off x="3441625" y="2682415"/>
            <a:ext cx="2260800" cy="7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869" name="Google Shape;3869;p24"/>
          <p:cNvSpPr txBox="1">
            <a:spLocks noGrp="1"/>
          </p:cNvSpPr>
          <p:nvPr>
            <p:ph type="title" idx="4"/>
          </p:nvPr>
        </p:nvSpPr>
        <p:spPr>
          <a:xfrm>
            <a:off x="758775" y="2233950"/>
            <a:ext cx="2261100" cy="4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0" name="Google Shape;3870;p24"/>
          <p:cNvSpPr txBox="1">
            <a:spLocks noGrp="1"/>
          </p:cNvSpPr>
          <p:nvPr>
            <p:ph type="title" idx="5"/>
          </p:nvPr>
        </p:nvSpPr>
        <p:spPr>
          <a:xfrm>
            <a:off x="758777" y="2682415"/>
            <a:ext cx="2261100" cy="7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871" name="Google Shape;3871;p24"/>
          <p:cNvSpPr txBox="1">
            <a:spLocks noGrp="1"/>
          </p:cNvSpPr>
          <p:nvPr>
            <p:ph type="title" idx="6"/>
          </p:nvPr>
        </p:nvSpPr>
        <p:spPr>
          <a:xfrm>
            <a:off x="6124322" y="2233950"/>
            <a:ext cx="2260800" cy="4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2" name="Google Shape;3872;p24"/>
          <p:cNvSpPr txBox="1">
            <a:spLocks noGrp="1"/>
          </p:cNvSpPr>
          <p:nvPr>
            <p:ph type="title" idx="7"/>
          </p:nvPr>
        </p:nvSpPr>
        <p:spPr>
          <a:xfrm>
            <a:off x="6124175" y="2682415"/>
            <a:ext cx="2261100" cy="7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2"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4" name="Google Shape;3874;p25"/>
          <p:cNvGrpSpPr/>
          <p:nvPr/>
        </p:nvGrpSpPr>
        <p:grpSpPr>
          <a:xfrm flipH="1">
            <a:off x="0" y="0"/>
            <a:ext cx="9144000" cy="5143519"/>
            <a:chOff x="0" y="0"/>
            <a:chExt cx="9144000" cy="5143519"/>
          </a:xfrm>
        </p:grpSpPr>
        <p:sp>
          <p:nvSpPr>
            <p:cNvPr id="3875" name="Google Shape;3875;p25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25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25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25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25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25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25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25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25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25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25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25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25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25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25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25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25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25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25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25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25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25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25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25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25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25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25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25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25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25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25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25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25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25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25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25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25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25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25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25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25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25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25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25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25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25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25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25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25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25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25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25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25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25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25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25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25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25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25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25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25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25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25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25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25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25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25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25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25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25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25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25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25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25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25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25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25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25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25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25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25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25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25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25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25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25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25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25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25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25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25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25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25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25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25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25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25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25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25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25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25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25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25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25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25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25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25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25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25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25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25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25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25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25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25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25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25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25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25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25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25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25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25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25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25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25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25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25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25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25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25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25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25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25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25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25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25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25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25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25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25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25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25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25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25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25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25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25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25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25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25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25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25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25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25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25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25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25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25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25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25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25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25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25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25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25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25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25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25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25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045" name="Google Shape;4045;p25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046" name="Google Shape;4046;p25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047" name="Google Shape;4047;p25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048" name="Google Shape;4048;p25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049" name="Google Shape;4049;p25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25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051" name="Google Shape;4051;p25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4052" name="Google Shape;4052;p25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3" name="Google Shape;4053;p25"/>
          <p:cNvSpPr txBox="1">
            <a:spLocks noGrp="1"/>
          </p:cNvSpPr>
          <p:nvPr>
            <p:ph type="title"/>
          </p:nvPr>
        </p:nvSpPr>
        <p:spPr>
          <a:xfrm>
            <a:off x="758850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54" name="Google Shape;4054;p25"/>
          <p:cNvSpPr txBox="1">
            <a:spLocks noGrp="1"/>
          </p:cNvSpPr>
          <p:nvPr>
            <p:ph type="title" idx="2"/>
          </p:nvPr>
        </p:nvSpPr>
        <p:spPr>
          <a:xfrm>
            <a:off x="3388073" y="2706173"/>
            <a:ext cx="23679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55" name="Google Shape;4055;p25"/>
          <p:cNvSpPr txBox="1">
            <a:spLocks noGrp="1"/>
          </p:cNvSpPr>
          <p:nvPr>
            <p:ph type="title" idx="3"/>
          </p:nvPr>
        </p:nvSpPr>
        <p:spPr>
          <a:xfrm>
            <a:off x="3388073" y="3094370"/>
            <a:ext cx="23679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056" name="Google Shape;4056;p25"/>
          <p:cNvSpPr txBox="1">
            <a:spLocks noGrp="1"/>
          </p:cNvSpPr>
          <p:nvPr>
            <p:ph type="title" idx="4"/>
          </p:nvPr>
        </p:nvSpPr>
        <p:spPr>
          <a:xfrm>
            <a:off x="713425" y="2706173"/>
            <a:ext cx="23679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57" name="Google Shape;4057;p25"/>
          <p:cNvSpPr txBox="1">
            <a:spLocks noGrp="1"/>
          </p:cNvSpPr>
          <p:nvPr>
            <p:ph type="title" idx="5"/>
          </p:nvPr>
        </p:nvSpPr>
        <p:spPr>
          <a:xfrm>
            <a:off x="713425" y="3094370"/>
            <a:ext cx="23679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058" name="Google Shape;4058;p25"/>
          <p:cNvSpPr txBox="1">
            <a:spLocks noGrp="1"/>
          </p:cNvSpPr>
          <p:nvPr>
            <p:ph type="title" idx="6"/>
          </p:nvPr>
        </p:nvSpPr>
        <p:spPr>
          <a:xfrm>
            <a:off x="6062624" y="2706173"/>
            <a:ext cx="23679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59" name="Google Shape;4059;p25"/>
          <p:cNvSpPr txBox="1">
            <a:spLocks noGrp="1"/>
          </p:cNvSpPr>
          <p:nvPr>
            <p:ph type="title" idx="7"/>
          </p:nvPr>
        </p:nvSpPr>
        <p:spPr>
          <a:xfrm>
            <a:off x="6062624" y="3094370"/>
            <a:ext cx="23679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060" name="Google Shape;4060;p25"/>
          <p:cNvSpPr txBox="1">
            <a:spLocks noGrp="1"/>
          </p:cNvSpPr>
          <p:nvPr>
            <p:ph type="title" idx="8" hasCustomPrompt="1"/>
          </p:nvPr>
        </p:nvSpPr>
        <p:spPr>
          <a:xfrm>
            <a:off x="713575" y="2078540"/>
            <a:ext cx="23676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61" name="Google Shape;4061;p25"/>
          <p:cNvSpPr txBox="1">
            <a:spLocks noGrp="1"/>
          </p:cNvSpPr>
          <p:nvPr>
            <p:ph type="title" idx="9" hasCustomPrompt="1"/>
          </p:nvPr>
        </p:nvSpPr>
        <p:spPr>
          <a:xfrm>
            <a:off x="3388073" y="2078540"/>
            <a:ext cx="23679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62" name="Google Shape;4062;p25"/>
          <p:cNvSpPr txBox="1">
            <a:spLocks noGrp="1"/>
          </p:cNvSpPr>
          <p:nvPr>
            <p:ph type="title" idx="13" hasCustomPrompt="1"/>
          </p:nvPr>
        </p:nvSpPr>
        <p:spPr>
          <a:xfrm>
            <a:off x="6062774" y="2078540"/>
            <a:ext cx="23676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2_1">
    <p:spTree>
      <p:nvGrpSpPr>
        <p:cNvPr id="1" name="Shape 4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4" name="Google Shape;4064;p26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4065" name="Google Shape;4065;p26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26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26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26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26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26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26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26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26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26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26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26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26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26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26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26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26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26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26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26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26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26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26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26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26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26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26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26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26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26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26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26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26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26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26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26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26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26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26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26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26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26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26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26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26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26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26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26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26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26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26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26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26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26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26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26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26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26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26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26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26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26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26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26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26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26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26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26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26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26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26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26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26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26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26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26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26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26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26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26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26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26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26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26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26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26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26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26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26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26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26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26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26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26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26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26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26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26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26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26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26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26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26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26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26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26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26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26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26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26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26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26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26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26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26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26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26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26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26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26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26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26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26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26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26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26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26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26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26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26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26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26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26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26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26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26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26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26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26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26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26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26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26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26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26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26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26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26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26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26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26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26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26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26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26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26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26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26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26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26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26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26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26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26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26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26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26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26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26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26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235" name="Google Shape;4235;p26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236" name="Google Shape;4236;p26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237" name="Google Shape;4237;p26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238" name="Google Shape;4238;p26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239" name="Google Shape;4239;p26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26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241" name="Google Shape;4241;p26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4242" name="Google Shape;4242;p26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3" name="Google Shape;4243;p26"/>
          <p:cNvSpPr txBox="1">
            <a:spLocks noGrp="1"/>
          </p:cNvSpPr>
          <p:nvPr>
            <p:ph type="title"/>
          </p:nvPr>
        </p:nvSpPr>
        <p:spPr>
          <a:xfrm>
            <a:off x="758850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44" name="Google Shape;4244;p26"/>
          <p:cNvSpPr txBox="1">
            <a:spLocks noGrp="1"/>
          </p:cNvSpPr>
          <p:nvPr>
            <p:ph type="title" idx="2"/>
          </p:nvPr>
        </p:nvSpPr>
        <p:spPr>
          <a:xfrm>
            <a:off x="1490300" y="2436706"/>
            <a:ext cx="2810400" cy="2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5" name="Google Shape;4245;p26"/>
          <p:cNvSpPr txBox="1">
            <a:spLocks noGrp="1"/>
          </p:cNvSpPr>
          <p:nvPr>
            <p:ph type="title" idx="3"/>
          </p:nvPr>
        </p:nvSpPr>
        <p:spPr>
          <a:xfrm>
            <a:off x="1490300" y="2725605"/>
            <a:ext cx="281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246" name="Google Shape;4246;p26"/>
          <p:cNvSpPr txBox="1">
            <a:spLocks noGrp="1"/>
          </p:cNvSpPr>
          <p:nvPr>
            <p:ph type="title" idx="4"/>
          </p:nvPr>
        </p:nvSpPr>
        <p:spPr>
          <a:xfrm>
            <a:off x="1490300" y="1295205"/>
            <a:ext cx="2810400" cy="2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7" name="Google Shape;4247;p26"/>
          <p:cNvSpPr txBox="1">
            <a:spLocks noGrp="1"/>
          </p:cNvSpPr>
          <p:nvPr>
            <p:ph type="title" idx="5"/>
          </p:nvPr>
        </p:nvSpPr>
        <p:spPr>
          <a:xfrm>
            <a:off x="1490300" y="1584105"/>
            <a:ext cx="281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248" name="Google Shape;4248;p26"/>
          <p:cNvSpPr txBox="1">
            <a:spLocks noGrp="1"/>
          </p:cNvSpPr>
          <p:nvPr>
            <p:ph type="title" idx="6"/>
          </p:nvPr>
        </p:nvSpPr>
        <p:spPr>
          <a:xfrm>
            <a:off x="1490300" y="3578206"/>
            <a:ext cx="2810400" cy="2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9" name="Google Shape;4249;p26"/>
          <p:cNvSpPr txBox="1">
            <a:spLocks noGrp="1"/>
          </p:cNvSpPr>
          <p:nvPr>
            <p:ph type="title" idx="7"/>
          </p:nvPr>
        </p:nvSpPr>
        <p:spPr>
          <a:xfrm>
            <a:off x="1490300" y="3867105"/>
            <a:ext cx="281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4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1" name="Google Shape;4251;p27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4252" name="Google Shape;4252;p27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27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27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27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27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27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27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27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27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27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27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27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27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27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27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27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27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27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27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27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27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27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27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27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27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27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27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27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27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27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27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27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27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27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27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27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27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27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27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27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27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27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7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7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7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7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7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7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7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7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27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27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7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7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7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7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27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27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27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27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27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27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27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27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27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27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27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27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27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27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27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27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27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27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27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27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27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27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27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27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27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27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27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27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27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27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27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27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27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27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27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27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27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27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27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27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27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27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27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27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27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27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27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27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27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27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27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27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27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27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27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27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27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27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27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27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27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27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27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27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27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27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27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27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27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27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27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27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27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27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27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27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27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27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27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27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27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27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27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27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27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27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27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27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27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27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27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27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27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27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27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27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27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27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27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27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27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27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27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27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27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27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27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27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27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27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27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27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27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27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422" name="Google Shape;4422;p27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423" name="Google Shape;4423;p27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424" name="Google Shape;4424;p27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425" name="Google Shape;4425;p27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426" name="Google Shape;4426;p27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27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428" name="Google Shape;4428;p27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4429" name="Google Shape;4429;p27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0" name="Google Shape;4430;p27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31" name="Google Shape;4431;p27"/>
          <p:cNvSpPr txBox="1">
            <a:spLocks noGrp="1"/>
          </p:cNvSpPr>
          <p:nvPr>
            <p:ph type="title" idx="2"/>
          </p:nvPr>
        </p:nvSpPr>
        <p:spPr>
          <a:xfrm>
            <a:off x="4865036" y="1481175"/>
            <a:ext cx="3196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2" name="Google Shape;4432;p27"/>
          <p:cNvSpPr txBox="1">
            <a:spLocks noGrp="1"/>
          </p:cNvSpPr>
          <p:nvPr>
            <p:ph type="title" idx="3"/>
          </p:nvPr>
        </p:nvSpPr>
        <p:spPr>
          <a:xfrm>
            <a:off x="4864979" y="1874775"/>
            <a:ext cx="319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433" name="Google Shape;4433;p27"/>
          <p:cNvSpPr txBox="1">
            <a:spLocks noGrp="1"/>
          </p:cNvSpPr>
          <p:nvPr>
            <p:ph type="title" idx="4"/>
          </p:nvPr>
        </p:nvSpPr>
        <p:spPr>
          <a:xfrm>
            <a:off x="1082082" y="1481175"/>
            <a:ext cx="3196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4" name="Google Shape;4434;p27"/>
          <p:cNvSpPr txBox="1">
            <a:spLocks noGrp="1"/>
          </p:cNvSpPr>
          <p:nvPr>
            <p:ph type="title" idx="5"/>
          </p:nvPr>
        </p:nvSpPr>
        <p:spPr>
          <a:xfrm>
            <a:off x="1082025" y="1874775"/>
            <a:ext cx="319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435" name="Google Shape;4435;p27"/>
          <p:cNvSpPr txBox="1">
            <a:spLocks noGrp="1"/>
          </p:cNvSpPr>
          <p:nvPr>
            <p:ph type="title" idx="6"/>
          </p:nvPr>
        </p:nvSpPr>
        <p:spPr>
          <a:xfrm>
            <a:off x="4865036" y="3036485"/>
            <a:ext cx="3196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6" name="Google Shape;4436;p27"/>
          <p:cNvSpPr txBox="1">
            <a:spLocks noGrp="1"/>
          </p:cNvSpPr>
          <p:nvPr>
            <p:ph type="title" idx="7"/>
          </p:nvPr>
        </p:nvSpPr>
        <p:spPr>
          <a:xfrm>
            <a:off x="4864979" y="3430085"/>
            <a:ext cx="319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437" name="Google Shape;4437;p27"/>
          <p:cNvSpPr txBox="1">
            <a:spLocks noGrp="1"/>
          </p:cNvSpPr>
          <p:nvPr>
            <p:ph type="title" idx="8"/>
          </p:nvPr>
        </p:nvSpPr>
        <p:spPr>
          <a:xfrm>
            <a:off x="1082082" y="3036485"/>
            <a:ext cx="3196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8" name="Google Shape;4438;p27"/>
          <p:cNvSpPr txBox="1">
            <a:spLocks noGrp="1"/>
          </p:cNvSpPr>
          <p:nvPr>
            <p:ph type="title" idx="9"/>
          </p:nvPr>
        </p:nvSpPr>
        <p:spPr>
          <a:xfrm>
            <a:off x="1082025" y="3430085"/>
            <a:ext cx="319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4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0" name="Google Shape;4440;p28"/>
          <p:cNvGrpSpPr/>
          <p:nvPr/>
        </p:nvGrpSpPr>
        <p:grpSpPr>
          <a:xfrm flipH="1">
            <a:off x="0" y="0"/>
            <a:ext cx="9144000" cy="5143519"/>
            <a:chOff x="0" y="0"/>
            <a:chExt cx="9144000" cy="5143519"/>
          </a:xfrm>
        </p:grpSpPr>
        <p:sp>
          <p:nvSpPr>
            <p:cNvPr id="4441" name="Google Shape;4441;p28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28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28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28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28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28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28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28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28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28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28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28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28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28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28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28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28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28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28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28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28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28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28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28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28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28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28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28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28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28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28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28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28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28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28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28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28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28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28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28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28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28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28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28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28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28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28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28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28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28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28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28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8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8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8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8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8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8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8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8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8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8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8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8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8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8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8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8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8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8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8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8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8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8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8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8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8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8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8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8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8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8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8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8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8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8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8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8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8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8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8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8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8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8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8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8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8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8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8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8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8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8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8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8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8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8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8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8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8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8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8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8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8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8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8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8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8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8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8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8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8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8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8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8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8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8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8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8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8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8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8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8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8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8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8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8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8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8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8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8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8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8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8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8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8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8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8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8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8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8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8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8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8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8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8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8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8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8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8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8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8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8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8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8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8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8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8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8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8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8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611" name="Google Shape;4611;p28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612" name="Google Shape;4612;p28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613" name="Google Shape;4613;p28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614" name="Google Shape;4614;p28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615" name="Google Shape;4615;p28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8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617" name="Google Shape;4617;p28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4618" name="Google Shape;4618;p28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9" name="Google Shape;4619;p28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20" name="Google Shape;4620;p28"/>
          <p:cNvSpPr txBox="1">
            <a:spLocks noGrp="1"/>
          </p:cNvSpPr>
          <p:nvPr>
            <p:ph type="title" idx="2"/>
          </p:nvPr>
        </p:nvSpPr>
        <p:spPr>
          <a:xfrm>
            <a:off x="3349571" y="1540220"/>
            <a:ext cx="24450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1" name="Google Shape;4621;p28"/>
          <p:cNvSpPr txBox="1">
            <a:spLocks noGrp="1"/>
          </p:cNvSpPr>
          <p:nvPr>
            <p:ph type="title" idx="3"/>
          </p:nvPr>
        </p:nvSpPr>
        <p:spPr>
          <a:xfrm>
            <a:off x="3349512" y="1982618"/>
            <a:ext cx="24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622" name="Google Shape;4622;p28"/>
          <p:cNvSpPr txBox="1">
            <a:spLocks noGrp="1"/>
          </p:cNvSpPr>
          <p:nvPr>
            <p:ph type="title" idx="4"/>
          </p:nvPr>
        </p:nvSpPr>
        <p:spPr>
          <a:xfrm>
            <a:off x="727200" y="1540220"/>
            <a:ext cx="24450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3" name="Google Shape;4623;p28"/>
          <p:cNvSpPr txBox="1">
            <a:spLocks noGrp="1"/>
          </p:cNvSpPr>
          <p:nvPr>
            <p:ph type="title" idx="5"/>
          </p:nvPr>
        </p:nvSpPr>
        <p:spPr>
          <a:xfrm>
            <a:off x="727200" y="1982618"/>
            <a:ext cx="24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624" name="Google Shape;4624;p28"/>
          <p:cNvSpPr txBox="1">
            <a:spLocks noGrp="1"/>
          </p:cNvSpPr>
          <p:nvPr>
            <p:ph type="title" idx="6"/>
          </p:nvPr>
        </p:nvSpPr>
        <p:spPr>
          <a:xfrm>
            <a:off x="5971729" y="1540220"/>
            <a:ext cx="24450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5" name="Google Shape;4625;p28"/>
          <p:cNvSpPr txBox="1">
            <a:spLocks noGrp="1"/>
          </p:cNvSpPr>
          <p:nvPr>
            <p:ph type="title" idx="7"/>
          </p:nvPr>
        </p:nvSpPr>
        <p:spPr>
          <a:xfrm>
            <a:off x="5971700" y="1982618"/>
            <a:ext cx="24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626" name="Google Shape;4626;p28"/>
          <p:cNvSpPr txBox="1">
            <a:spLocks noGrp="1"/>
          </p:cNvSpPr>
          <p:nvPr>
            <p:ph type="title" idx="8"/>
          </p:nvPr>
        </p:nvSpPr>
        <p:spPr>
          <a:xfrm>
            <a:off x="3349571" y="2998940"/>
            <a:ext cx="24450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7" name="Google Shape;4627;p28"/>
          <p:cNvSpPr txBox="1">
            <a:spLocks noGrp="1"/>
          </p:cNvSpPr>
          <p:nvPr>
            <p:ph type="title" idx="9"/>
          </p:nvPr>
        </p:nvSpPr>
        <p:spPr>
          <a:xfrm>
            <a:off x="3349512" y="3441438"/>
            <a:ext cx="24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628" name="Google Shape;4628;p28"/>
          <p:cNvSpPr txBox="1">
            <a:spLocks noGrp="1"/>
          </p:cNvSpPr>
          <p:nvPr>
            <p:ph type="title" idx="13"/>
          </p:nvPr>
        </p:nvSpPr>
        <p:spPr>
          <a:xfrm>
            <a:off x="727200" y="2998940"/>
            <a:ext cx="24450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9" name="Google Shape;4629;p28"/>
          <p:cNvSpPr txBox="1">
            <a:spLocks noGrp="1"/>
          </p:cNvSpPr>
          <p:nvPr>
            <p:ph type="title" idx="14"/>
          </p:nvPr>
        </p:nvSpPr>
        <p:spPr>
          <a:xfrm>
            <a:off x="727200" y="3441438"/>
            <a:ext cx="24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630" name="Google Shape;4630;p28"/>
          <p:cNvSpPr txBox="1">
            <a:spLocks noGrp="1"/>
          </p:cNvSpPr>
          <p:nvPr>
            <p:ph type="title" idx="15"/>
          </p:nvPr>
        </p:nvSpPr>
        <p:spPr>
          <a:xfrm>
            <a:off x="5971729" y="2998940"/>
            <a:ext cx="2445000" cy="4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31" name="Google Shape;4631;p28"/>
          <p:cNvSpPr txBox="1">
            <a:spLocks noGrp="1"/>
          </p:cNvSpPr>
          <p:nvPr>
            <p:ph type="title" idx="16"/>
          </p:nvPr>
        </p:nvSpPr>
        <p:spPr>
          <a:xfrm>
            <a:off x="5971700" y="3441438"/>
            <a:ext cx="24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">
    <p:spTree>
      <p:nvGrpSpPr>
        <p:cNvPr id="1" name="Shape 4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3" name="Google Shape;4633;p29"/>
          <p:cNvGrpSpPr/>
          <p:nvPr/>
        </p:nvGrpSpPr>
        <p:grpSpPr>
          <a:xfrm rot="10800000" flipH="1">
            <a:off x="0" y="0"/>
            <a:ext cx="9144000" cy="5143519"/>
            <a:chOff x="0" y="0"/>
            <a:chExt cx="9144000" cy="5143519"/>
          </a:xfrm>
        </p:grpSpPr>
        <p:sp>
          <p:nvSpPr>
            <p:cNvPr id="4634" name="Google Shape;4634;p29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9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9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9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9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9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9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9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9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9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9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9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9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9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9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9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9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9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9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9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9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9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9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9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9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9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9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9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9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9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9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9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9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9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9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9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9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9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9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9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9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9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9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9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9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9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9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9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9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9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9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9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9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9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9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9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9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9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9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9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9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9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9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9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9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9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9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9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9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9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9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9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9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9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9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9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9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9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9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9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9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9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9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9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9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9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9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9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9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9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9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9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9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9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9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9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9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9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9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9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9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9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9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9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9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9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9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9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9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9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9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9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9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9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9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9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9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9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9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9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9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9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9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9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9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9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9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9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9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9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9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9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9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9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9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9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9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9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9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9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9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9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9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9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9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9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9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9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9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9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9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9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9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9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9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9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9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9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9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9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9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9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9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9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9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9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9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9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9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9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804" name="Google Shape;4804;p29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805" name="Google Shape;4805;p29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806" name="Google Shape;4806;p29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807" name="Google Shape;4807;p29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808" name="Google Shape;4808;p29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9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810" name="Google Shape;4810;p29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4811" name="Google Shape;4811;p29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2" name="Google Shape;4812;p29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13" name="Google Shape;4813;p29"/>
          <p:cNvSpPr txBox="1">
            <a:spLocks noGrp="1"/>
          </p:cNvSpPr>
          <p:nvPr>
            <p:ph type="subTitle" idx="1"/>
          </p:nvPr>
        </p:nvSpPr>
        <p:spPr>
          <a:xfrm>
            <a:off x="1420550" y="2146100"/>
            <a:ext cx="27060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6_2">
    <p:spTree>
      <p:nvGrpSpPr>
        <p:cNvPr id="1" name="Shape 4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5" name="Google Shape;4815;p30"/>
          <p:cNvGrpSpPr/>
          <p:nvPr/>
        </p:nvGrpSpPr>
        <p:grpSpPr>
          <a:xfrm rot="10800000">
            <a:off x="0" y="0"/>
            <a:ext cx="9144000" cy="5143519"/>
            <a:chOff x="0" y="0"/>
            <a:chExt cx="9144000" cy="5143519"/>
          </a:xfrm>
        </p:grpSpPr>
        <p:sp>
          <p:nvSpPr>
            <p:cNvPr id="4816" name="Google Shape;4816;p30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30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30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30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30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30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30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30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30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30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30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30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30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30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30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30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30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30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30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30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30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30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30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30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30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30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30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30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30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30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30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30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30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30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30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30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30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30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30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30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30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30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30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30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30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30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30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30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30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30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30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30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30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30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30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30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30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30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30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30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30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30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30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30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30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30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30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30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30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30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30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30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30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30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30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30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30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30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30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30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30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30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30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30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30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30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30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30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30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30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30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30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30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30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30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30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30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30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30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30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30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30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30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30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30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30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30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30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30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30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30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30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30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30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30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30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30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30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30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30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30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30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30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30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30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30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30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30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30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30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30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30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30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30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30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30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30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30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30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30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30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30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30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30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30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30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30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30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30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30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30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30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30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30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30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30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30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30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30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30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30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30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30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30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30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30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30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30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30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30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986" name="Google Shape;4986;p30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987" name="Google Shape;4987;p30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988" name="Google Shape;4988;p30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4989" name="Google Shape;4989;p30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990" name="Google Shape;4990;p30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30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992" name="Google Shape;4992;p30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4993" name="Google Shape;4993;p30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4" name="Google Shape;4994;p30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95" name="Google Shape;4995;p30"/>
          <p:cNvSpPr txBox="1">
            <a:spLocks noGrp="1"/>
          </p:cNvSpPr>
          <p:nvPr>
            <p:ph type="subTitle" idx="1"/>
          </p:nvPr>
        </p:nvSpPr>
        <p:spPr>
          <a:xfrm>
            <a:off x="4690475" y="2298500"/>
            <a:ext cx="27669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6_1">
    <p:spTree>
      <p:nvGrpSpPr>
        <p:cNvPr id="1" name="Shape 4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7" name="Google Shape;4997;p31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4998" name="Google Shape;4998;p31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31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31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31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31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31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31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31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31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31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31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31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31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31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31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31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31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31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31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31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31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31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31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31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31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31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31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31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31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31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31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31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31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31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31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31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31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31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31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31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31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31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31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31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31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31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31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31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31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31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31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31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31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31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31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31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31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31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31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31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31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31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31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31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31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31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31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31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31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31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31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31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31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31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31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31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31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31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31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31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31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31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31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31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31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31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31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31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31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31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31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31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31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31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31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31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31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31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31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31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31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31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31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31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31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31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31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31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31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31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31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31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31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31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31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31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31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31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31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31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31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31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31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31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31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31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31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31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31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31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31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31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31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31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31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31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31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31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31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31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31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31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31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31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31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31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31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31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31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31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31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31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31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31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31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31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31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31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31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31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31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31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31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31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31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31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31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31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31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31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168" name="Google Shape;5168;p31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169" name="Google Shape;5169;p31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170" name="Google Shape;5170;p31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171" name="Google Shape;5171;p31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172" name="Google Shape;5172;p31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31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5174" name="Google Shape;5174;p31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5175" name="Google Shape;5175;p31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6" name="Google Shape;5176;p31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77" name="Google Shape;5177;p31"/>
          <p:cNvSpPr txBox="1">
            <a:spLocks noGrp="1"/>
          </p:cNvSpPr>
          <p:nvPr>
            <p:ph type="title" idx="2"/>
          </p:nvPr>
        </p:nvSpPr>
        <p:spPr>
          <a:xfrm>
            <a:off x="759675" y="1239300"/>
            <a:ext cx="3468300" cy="32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5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9" name="Google Shape;5179;p32"/>
          <p:cNvGrpSpPr/>
          <p:nvPr/>
        </p:nvGrpSpPr>
        <p:grpSpPr>
          <a:xfrm flipH="1">
            <a:off x="0" y="0"/>
            <a:ext cx="9144000" cy="5143519"/>
            <a:chOff x="0" y="0"/>
            <a:chExt cx="9144000" cy="5143519"/>
          </a:xfrm>
        </p:grpSpPr>
        <p:sp>
          <p:nvSpPr>
            <p:cNvPr id="5180" name="Google Shape;5180;p32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32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32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32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32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32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32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32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32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32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32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32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32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32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32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32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32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32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32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32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32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32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32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32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32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32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32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32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32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32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32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32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32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32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32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32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32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32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32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32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32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32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32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32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32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32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32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32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32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32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32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32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32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32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32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32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32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32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32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32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32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32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32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32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32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32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32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32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32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32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32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32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32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32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32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32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32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32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32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32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32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32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32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32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32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32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32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32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32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32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32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32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32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32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32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32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32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32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32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32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32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32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32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32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32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32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32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32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32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32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32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32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32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32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32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32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32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32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32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32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32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32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32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32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32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32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32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32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32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32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32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32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32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32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32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32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32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32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32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32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32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32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32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32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32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32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32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32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32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32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32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32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32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32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32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32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32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32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32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32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32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32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32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32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32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32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32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32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32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32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350" name="Google Shape;5350;p32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351" name="Google Shape;5351;p32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352" name="Google Shape;5352;p32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353" name="Google Shape;5353;p32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354" name="Google Shape;5354;p32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32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5356" name="Google Shape;5356;p32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5357" name="Google Shape;5357;p32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8" name="Google Shape;5358;p32"/>
          <p:cNvSpPr txBox="1">
            <a:spLocks noGrp="1"/>
          </p:cNvSpPr>
          <p:nvPr>
            <p:ph type="ctrTitle"/>
          </p:nvPr>
        </p:nvSpPr>
        <p:spPr>
          <a:xfrm>
            <a:off x="1859900" y="615900"/>
            <a:ext cx="5424300" cy="9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359" name="Google Shape;5359;p32"/>
          <p:cNvSpPr txBox="1">
            <a:spLocks noGrp="1"/>
          </p:cNvSpPr>
          <p:nvPr>
            <p:ph type="subTitle" idx="1"/>
          </p:nvPr>
        </p:nvSpPr>
        <p:spPr>
          <a:xfrm>
            <a:off x="2288000" y="1579810"/>
            <a:ext cx="4568100" cy="11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360" name="Google Shape;5360;p32"/>
          <p:cNvSpPr txBox="1"/>
          <p:nvPr/>
        </p:nvSpPr>
        <p:spPr>
          <a:xfrm>
            <a:off x="2755550" y="3502395"/>
            <a:ext cx="3632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_1">
    <p:spTree>
      <p:nvGrpSpPr>
        <p:cNvPr id="1" name="Shape 5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2" name="Google Shape;5362;p33"/>
          <p:cNvGrpSpPr/>
          <p:nvPr/>
        </p:nvGrpSpPr>
        <p:grpSpPr>
          <a:xfrm>
            <a:off x="0" y="0"/>
            <a:ext cx="9144000" cy="5143519"/>
            <a:chOff x="0" y="0"/>
            <a:chExt cx="9144000" cy="5143519"/>
          </a:xfrm>
        </p:grpSpPr>
        <p:sp>
          <p:nvSpPr>
            <p:cNvPr id="5363" name="Google Shape;5363;p33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33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33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33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33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33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33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33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33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33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33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33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33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33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33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33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33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33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33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33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33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33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33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33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33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33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33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33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33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33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33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33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33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33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3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33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33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33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33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33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33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33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33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33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33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33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33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33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33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33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33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33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3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33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33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33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33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33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33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33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33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33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33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33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33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33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33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33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33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33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33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33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33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33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33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33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33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33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33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33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33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33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33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33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33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33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33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33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33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33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33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33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33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33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33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33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33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33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33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33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33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33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33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33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33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33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33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33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33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33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33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33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33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33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33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33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33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33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33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33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33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33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33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33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33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33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33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33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33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33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33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33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33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33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33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33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3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33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33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33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33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33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33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33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33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33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33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33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33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33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33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33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33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33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33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33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33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33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33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33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33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33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33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33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33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33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33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33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33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33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533" name="Google Shape;5533;p33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534" name="Google Shape;5534;p33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535" name="Google Shape;5535;p33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536" name="Google Shape;5536;p33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537" name="Google Shape;5537;p33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33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5539" name="Google Shape;5539;p33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5540" name="Google Shape;5540;p33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_1">
    <p:spTree>
      <p:nvGrpSpPr>
        <p:cNvPr id="1" name="Shape 5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2" name="Google Shape;5542;p34"/>
          <p:cNvGrpSpPr/>
          <p:nvPr/>
        </p:nvGrpSpPr>
        <p:grpSpPr>
          <a:xfrm rot="10800000">
            <a:off x="0" y="0"/>
            <a:ext cx="9144000" cy="5143519"/>
            <a:chOff x="0" y="0"/>
            <a:chExt cx="9144000" cy="5143519"/>
          </a:xfrm>
        </p:grpSpPr>
        <p:sp>
          <p:nvSpPr>
            <p:cNvPr id="5543" name="Google Shape;5543;p34"/>
            <p:cNvSpPr/>
            <p:nvPr/>
          </p:nvSpPr>
          <p:spPr>
            <a:xfrm>
              <a:off x="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34"/>
            <p:cNvSpPr/>
            <p:nvPr/>
          </p:nvSpPr>
          <p:spPr>
            <a:xfrm>
              <a:off x="53788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34"/>
            <p:cNvSpPr/>
            <p:nvPr/>
          </p:nvSpPr>
          <p:spPr>
            <a:xfrm>
              <a:off x="107576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34"/>
            <p:cNvSpPr/>
            <p:nvPr/>
          </p:nvSpPr>
          <p:spPr>
            <a:xfrm>
              <a:off x="161364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34"/>
            <p:cNvSpPr/>
            <p:nvPr/>
          </p:nvSpPr>
          <p:spPr>
            <a:xfrm>
              <a:off x="2151525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34"/>
            <p:cNvSpPr/>
            <p:nvPr/>
          </p:nvSpPr>
          <p:spPr>
            <a:xfrm>
              <a:off x="2689406" y="0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34"/>
            <p:cNvSpPr/>
            <p:nvPr/>
          </p:nvSpPr>
          <p:spPr>
            <a:xfrm>
              <a:off x="322728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34"/>
            <p:cNvSpPr/>
            <p:nvPr/>
          </p:nvSpPr>
          <p:spPr>
            <a:xfrm>
              <a:off x="3765169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34"/>
            <p:cNvSpPr/>
            <p:nvPr/>
          </p:nvSpPr>
          <p:spPr>
            <a:xfrm>
              <a:off x="430305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34"/>
            <p:cNvSpPr/>
            <p:nvPr/>
          </p:nvSpPr>
          <p:spPr>
            <a:xfrm>
              <a:off x="4840931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34"/>
            <p:cNvSpPr/>
            <p:nvPr/>
          </p:nvSpPr>
          <p:spPr>
            <a:xfrm>
              <a:off x="5378812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34"/>
            <p:cNvSpPr/>
            <p:nvPr/>
          </p:nvSpPr>
          <p:spPr>
            <a:xfrm>
              <a:off x="5916694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34"/>
            <p:cNvSpPr/>
            <p:nvPr/>
          </p:nvSpPr>
          <p:spPr>
            <a:xfrm>
              <a:off x="6454575" y="0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34"/>
            <p:cNvSpPr/>
            <p:nvPr/>
          </p:nvSpPr>
          <p:spPr>
            <a:xfrm>
              <a:off x="6992456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34"/>
            <p:cNvSpPr/>
            <p:nvPr/>
          </p:nvSpPr>
          <p:spPr>
            <a:xfrm>
              <a:off x="7530337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34"/>
            <p:cNvSpPr/>
            <p:nvPr/>
          </p:nvSpPr>
          <p:spPr>
            <a:xfrm>
              <a:off x="8068218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34"/>
            <p:cNvSpPr/>
            <p:nvPr/>
          </p:nvSpPr>
          <p:spPr>
            <a:xfrm>
              <a:off x="8606100" y="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34"/>
            <p:cNvSpPr/>
            <p:nvPr/>
          </p:nvSpPr>
          <p:spPr>
            <a:xfrm>
              <a:off x="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34"/>
            <p:cNvSpPr/>
            <p:nvPr/>
          </p:nvSpPr>
          <p:spPr>
            <a:xfrm>
              <a:off x="537881" y="514702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34"/>
            <p:cNvSpPr/>
            <p:nvPr/>
          </p:nvSpPr>
          <p:spPr>
            <a:xfrm>
              <a:off x="107576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34"/>
            <p:cNvSpPr/>
            <p:nvPr/>
          </p:nvSpPr>
          <p:spPr>
            <a:xfrm>
              <a:off x="161364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34"/>
            <p:cNvSpPr/>
            <p:nvPr/>
          </p:nvSpPr>
          <p:spPr>
            <a:xfrm>
              <a:off x="215152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34"/>
            <p:cNvSpPr/>
            <p:nvPr/>
          </p:nvSpPr>
          <p:spPr>
            <a:xfrm>
              <a:off x="268940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34"/>
            <p:cNvSpPr/>
            <p:nvPr/>
          </p:nvSpPr>
          <p:spPr>
            <a:xfrm>
              <a:off x="322728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34"/>
            <p:cNvSpPr/>
            <p:nvPr/>
          </p:nvSpPr>
          <p:spPr>
            <a:xfrm>
              <a:off x="3765169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34"/>
            <p:cNvSpPr/>
            <p:nvPr/>
          </p:nvSpPr>
          <p:spPr>
            <a:xfrm>
              <a:off x="430305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34"/>
            <p:cNvSpPr/>
            <p:nvPr/>
          </p:nvSpPr>
          <p:spPr>
            <a:xfrm>
              <a:off x="4840931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34"/>
            <p:cNvSpPr/>
            <p:nvPr/>
          </p:nvSpPr>
          <p:spPr>
            <a:xfrm>
              <a:off x="5378812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34"/>
            <p:cNvSpPr/>
            <p:nvPr/>
          </p:nvSpPr>
          <p:spPr>
            <a:xfrm>
              <a:off x="5916694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34"/>
            <p:cNvSpPr/>
            <p:nvPr/>
          </p:nvSpPr>
          <p:spPr>
            <a:xfrm>
              <a:off x="6454575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34"/>
            <p:cNvSpPr/>
            <p:nvPr/>
          </p:nvSpPr>
          <p:spPr>
            <a:xfrm>
              <a:off x="6992456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34"/>
            <p:cNvSpPr/>
            <p:nvPr/>
          </p:nvSpPr>
          <p:spPr>
            <a:xfrm>
              <a:off x="7530337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34"/>
            <p:cNvSpPr/>
            <p:nvPr/>
          </p:nvSpPr>
          <p:spPr>
            <a:xfrm>
              <a:off x="8068218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34"/>
            <p:cNvSpPr/>
            <p:nvPr/>
          </p:nvSpPr>
          <p:spPr>
            <a:xfrm>
              <a:off x="8606100" y="514702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3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34"/>
            <p:cNvSpPr/>
            <p:nvPr/>
          </p:nvSpPr>
          <p:spPr>
            <a:xfrm>
              <a:off x="53788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34"/>
            <p:cNvSpPr/>
            <p:nvPr/>
          </p:nvSpPr>
          <p:spPr>
            <a:xfrm>
              <a:off x="107576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34"/>
            <p:cNvSpPr/>
            <p:nvPr/>
          </p:nvSpPr>
          <p:spPr>
            <a:xfrm>
              <a:off x="161364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34"/>
            <p:cNvSpPr/>
            <p:nvPr/>
          </p:nvSpPr>
          <p:spPr>
            <a:xfrm>
              <a:off x="215152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34"/>
            <p:cNvSpPr/>
            <p:nvPr/>
          </p:nvSpPr>
          <p:spPr>
            <a:xfrm>
              <a:off x="268940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34"/>
            <p:cNvSpPr/>
            <p:nvPr/>
          </p:nvSpPr>
          <p:spPr>
            <a:xfrm>
              <a:off x="322728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34"/>
            <p:cNvSpPr/>
            <p:nvPr/>
          </p:nvSpPr>
          <p:spPr>
            <a:xfrm>
              <a:off x="3765169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34"/>
            <p:cNvSpPr/>
            <p:nvPr/>
          </p:nvSpPr>
          <p:spPr>
            <a:xfrm>
              <a:off x="430305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34"/>
            <p:cNvSpPr/>
            <p:nvPr/>
          </p:nvSpPr>
          <p:spPr>
            <a:xfrm>
              <a:off x="4840931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34"/>
            <p:cNvSpPr/>
            <p:nvPr/>
          </p:nvSpPr>
          <p:spPr>
            <a:xfrm>
              <a:off x="5378812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34"/>
            <p:cNvSpPr/>
            <p:nvPr/>
          </p:nvSpPr>
          <p:spPr>
            <a:xfrm>
              <a:off x="5916694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34"/>
            <p:cNvSpPr/>
            <p:nvPr/>
          </p:nvSpPr>
          <p:spPr>
            <a:xfrm>
              <a:off x="6454575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34"/>
            <p:cNvSpPr/>
            <p:nvPr/>
          </p:nvSpPr>
          <p:spPr>
            <a:xfrm>
              <a:off x="6992456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34"/>
            <p:cNvSpPr/>
            <p:nvPr/>
          </p:nvSpPr>
          <p:spPr>
            <a:xfrm>
              <a:off x="7530337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34"/>
            <p:cNvSpPr/>
            <p:nvPr/>
          </p:nvSpPr>
          <p:spPr>
            <a:xfrm>
              <a:off x="8068218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34"/>
            <p:cNvSpPr/>
            <p:nvPr/>
          </p:nvSpPr>
          <p:spPr>
            <a:xfrm>
              <a:off x="8606100" y="1029404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34"/>
            <p:cNvSpPr/>
            <p:nvPr/>
          </p:nvSpPr>
          <p:spPr>
            <a:xfrm>
              <a:off x="0" y="1544106"/>
              <a:ext cx="537900" cy="511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3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34"/>
            <p:cNvSpPr/>
            <p:nvPr/>
          </p:nvSpPr>
          <p:spPr>
            <a:xfrm>
              <a:off x="107576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34"/>
            <p:cNvSpPr/>
            <p:nvPr/>
          </p:nvSpPr>
          <p:spPr>
            <a:xfrm>
              <a:off x="215152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34"/>
            <p:cNvSpPr/>
            <p:nvPr/>
          </p:nvSpPr>
          <p:spPr>
            <a:xfrm>
              <a:off x="268940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34"/>
            <p:cNvSpPr/>
            <p:nvPr/>
          </p:nvSpPr>
          <p:spPr>
            <a:xfrm>
              <a:off x="322728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34"/>
            <p:cNvSpPr/>
            <p:nvPr/>
          </p:nvSpPr>
          <p:spPr>
            <a:xfrm>
              <a:off x="3765169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34"/>
            <p:cNvSpPr/>
            <p:nvPr/>
          </p:nvSpPr>
          <p:spPr>
            <a:xfrm>
              <a:off x="430305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34"/>
            <p:cNvSpPr/>
            <p:nvPr/>
          </p:nvSpPr>
          <p:spPr>
            <a:xfrm>
              <a:off x="484093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4"/>
            <p:cNvSpPr/>
            <p:nvPr/>
          </p:nvSpPr>
          <p:spPr>
            <a:xfrm>
              <a:off x="5378812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4"/>
            <p:cNvSpPr/>
            <p:nvPr/>
          </p:nvSpPr>
          <p:spPr>
            <a:xfrm>
              <a:off x="591669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4"/>
            <p:cNvSpPr/>
            <p:nvPr/>
          </p:nvSpPr>
          <p:spPr>
            <a:xfrm>
              <a:off x="6454575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34"/>
            <p:cNvSpPr/>
            <p:nvPr/>
          </p:nvSpPr>
          <p:spPr>
            <a:xfrm>
              <a:off x="6992456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34"/>
            <p:cNvSpPr/>
            <p:nvPr/>
          </p:nvSpPr>
          <p:spPr>
            <a:xfrm>
              <a:off x="7530337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4"/>
            <p:cNvSpPr/>
            <p:nvPr/>
          </p:nvSpPr>
          <p:spPr>
            <a:xfrm>
              <a:off x="8068218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4"/>
            <p:cNvSpPr/>
            <p:nvPr/>
          </p:nvSpPr>
          <p:spPr>
            <a:xfrm>
              <a:off x="8606100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4"/>
            <p:cNvSpPr/>
            <p:nvPr/>
          </p:nvSpPr>
          <p:spPr>
            <a:xfrm>
              <a:off x="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34"/>
            <p:cNvSpPr/>
            <p:nvPr/>
          </p:nvSpPr>
          <p:spPr>
            <a:xfrm>
              <a:off x="53788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34"/>
            <p:cNvSpPr/>
            <p:nvPr/>
          </p:nvSpPr>
          <p:spPr>
            <a:xfrm>
              <a:off x="107576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34"/>
            <p:cNvSpPr/>
            <p:nvPr/>
          </p:nvSpPr>
          <p:spPr>
            <a:xfrm>
              <a:off x="161364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34"/>
            <p:cNvSpPr/>
            <p:nvPr/>
          </p:nvSpPr>
          <p:spPr>
            <a:xfrm>
              <a:off x="215152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34"/>
            <p:cNvSpPr/>
            <p:nvPr/>
          </p:nvSpPr>
          <p:spPr>
            <a:xfrm>
              <a:off x="268940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34"/>
            <p:cNvSpPr/>
            <p:nvPr/>
          </p:nvSpPr>
          <p:spPr>
            <a:xfrm>
              <a:off x="322728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34"/>
            <p:cNvSpPr/>
            <p:nvPr/>
          </p:nvSpPr>
          <p:spPr>
            <a:xfrm>
              <a:off x="3765169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34"/>
            <p:cNvSpPr/>
            <p:nvPr/>
          </p:nvSpPr>
          <p:spPr>
            <a:xfrm>
              <a:off x="430305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34"/>
            <p:cNvSpPr/>
            <p:nvPr/>
          </p:nvSpPr>
          <p:spPr>
            <a:xfrm>
              <a:off x="4840931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34"/>
            <p:cNvSpPr/>
            <p:nvPr/>
          </p:nvSpPr>
          <p:spPr>
            <a:xfrm>
              <a:off x="5378812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34"/>
            <p:cNvSpPr/>
            <p:nvPr/>
          </p:nvSpPr>
          <p:spPr>
            <a:xfrm>
              <a:off x="5916694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34"/>
            <p:cNvSpPr/>
            <p:nvPr/>
          </p:nvSpPr>
          <p:spPr>
            <a:xfrm>
              <a:off x="6454575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34"/>
            <p:cNvSpPr/>
            <p:nvPr/>
          </p:nvSpPr>
          <p:spPr>
            <a:xfrm>
              <a:off x="6992456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34"/>
            <p:cNvSpPr/>
            <p:nvPr/>
          </p:nvSpPr>
          <p:spPr>
            <a:xfrm>
              <a:off x="7530337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34"/>
            <p:cNvSpPr/>
            <p:nvPr/>
          </p:nvSpPr>
          <p:spPr>
            <a:xfrm>
              <a:off x="8068218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34"/>
            <p:cNvSpPr/>
            <p:nvPr/>
          </p:nvSpPr>
          <p:spPr>
            <a:xfrm>
              <a:off x="8606100" y="2058808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34"/>
            <p:cNvSpPr/>
            <p:nvPr/>
          </p:nvSpPr>
          <p:spPr>
            <a:xfrm>
              <a:off x="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34"/>
            <p:cNvSpPr/>
            <p:nvPr/>
          </p:nvSpPr>
          <p:spPr>
            <a:xfrm>
              <a:off x="53788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34"/>
            <p:cNvSpPr/>
            <p:nvPr/>
          </p:nvSpPr>
          <p:spPr>
            <a:xfrm>
              <a:off x="107576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4"/>
            <p:cNvSpPr/>
            <p:nvPr/>
          </p:nvSpPr>
          <p:spPr>
            <a:xfrm>
              <a:off x="161364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4"/>
            <p:cNvSpPr/>
            <p:nvPr/>
          </p:nvSpPr>
          <p:spPr>
            <a:xfrm>
              <a:off x="215152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4"/>
            <p:cNvSpPr/>
            <p:nvPr/>
          </p:nvSpPr>
          <p:spPr>
            <a:xfrm>
              <a:off x="268940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4"/>
            <p:cNvSpPr/>
            <p:nvPr/>
          </p:nvSpPr>
          <p:spPr>
            <a:xfrm>
              <a:off x="322728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4"/>
            <p:cNvSpPr/>
            <p:nvPr/>
          </p:nvSpPr>
          <p:spPr>
            <a:xfrm>
              <a:off x="3765169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4"/>
            <p:cNvSpPr/>
            <p:nvPr/>
          </p:nvSpPr>
          <p:spPr>
            <a:xfrm>
              <a:off x="430305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4"/>
            <p:cNvSpPr/>
            <p:nvPr/>
          </p:nvSpPr>
          <p:spPr>
            <a:xfrm>
              <a:off x="4840931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4"/>
            <p:cNvSpPr/>
            <p:nvPr/>
          </p:nvSpPr>
          <p:spPr>
            <a:xfrm>
              <a:off x="5378812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4"/>
            <p:cNvSpPr/>
            <p:nvPr/>
          </p:nvSpPr>
          <p:spPr>
            <a:xfrm>
              <a:off x="5916694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4"/>
            <p:cNvSpPr/>
            <p:nvPr/>
          </p:nvSpPr>
          <p:spPr>
            <a:xfrm>
              <a:off x="6454575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4"/>
            <p:cNvSpPr/>
            <p:nvPr/>
          </p:nvSpPr>
          <p:spPr>
            <a:xfrm>
              <a:off x="6992456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4"/>
            <p:cNvSpPr/>
            <p:nvPr/>
          </p:nvSpPr>
          <p:spPr>
            <a:xfrm>
              <a:off x="7530337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4"/>
            <p:cNvSpPr/>
            <p:nvPr/>
          </p:nvSpPr>
          <p:spPr>
            <a:xfrm>
              <a:off x="8068218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4"/>
            <p:cNvSpPr/>
            <p:nvPr/>
          </p:nvSpPr>
          <p:spPr>
            <a:xfrm>
              <a:off x="8606100" y="2573511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4"/>
            <p:cNvSpPr/>
            <p:nvPr/>
          </p:nvSpPr>
          <p:spPr>
            <a:xfrm>
              <a:off x="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4"/>
            <p:cNvSpPr/>
            <p:nvPr/>
          </p:nvSpPr>
          <p:spPr>
            <a:xfrm>
              <a:off x="53788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4"/>
            <p:cNvSpPr/>
            <p:nvPr/>
          </p:nvSpPr>
          <p:spPr>
            <a:xfrm>
              <a:off x="107576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4"/>
            <p:cNvSpPr/>
            <p:nvPr/>
          </p:nvSpPr>
          <p:spPr>
            <a:xfrm>
              <a:off x="161364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4"/>
            <p:cNvSpPr/>
            <p:nvPr/>
          </p:nvSpPr>
          <p:spPr>
            <a:xfrm>
              <a:off x="215152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4"/>
            <p:cNvSpPr/>
            <p:nvPr/>
          </p:nvSpPr>
          <p:spPr>
            <a:xfrm>
              <a:off x="268940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4"/>
            <p:cNvSpPr/>
            <p:nvPr/>
          </p:nvSpPr>
          <p:spPr>
            <a:xfrm>
              <a:off x="322728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4"/>
            <p:cNvSpPr/>
            <p:nvPr/>
          </p:nvSpPr>
          <p:spPr>
            <a:xfrm>
              <a:off x="3765169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4"/>
            <p:cNvSpPr/>
            <p:nvPr/>
          </p:nvSpPr>
          <p:spPr>
            <a:xfrm>
              <a:off x="430305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4"/>
            <p:cNvSpPr/>
            <p:nvPr/>
          </p:nvSpPr>
          <p:spPr>
            <a:xfrm>
              <a:off x="4840931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4"/>
            <p:cNvSpPr/>
            <p:nvPr/>
          </p:nvSpPr>
          <p:spPr>
            <a:xfrm>
              <a:off x="5378812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4"/>
            <p:cNvSpPr/>
            <p:nvPr/>
          </p:nvSpPr>
          <p:spPr>
            <a:xfrm>
              <a:off x="5916694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34"/>
            <p:cNvSpPr/>
            <p:nvPr/>
          </p:nvSpPr>
          <p:spPr>
            <a:xfrm>
              <a:off x="6454575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34"/>
            <p:cNvSpPr/>
            <p:nvPr/>
          </p:nvSpPr>
          <p:spPr>
            <a:xfrm>
              <a:off x="6992456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4"/>
            <p:cNvSpPr/>
            <p:nvPr/>
          </p:nvSpPr>
          <p:spPr>
            <a:xfrm>
              <a:off x="7530337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4"/>
            <p:cNvSpPr/>
            <p:nvPr/>
          </p:nvSpPr>
          <p:spPr>
            <a:xfrm>
              <a:off x="8068218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4"/>
            <p:cNvSpPr/>
            <p:nvPr/>
          </p:nvSpPr>
          <p:spPr>
            <a:xfrm>
              <a:off x="8606100" y="3088213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4"/>
            <p:cNvSpPr/>
            <p:nvPr/>
          </p:nvSpPr>
          <p:spPr>
            <a:xfrm>
              <a:off x="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4"/>
            <p:cNvSpPr/>
            <p:nvPr/>
          </p:nvSpPr>
          <p:spPr>
            <a:xfrm>
              <a:off x="53788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4"/>
            <p:cNvSpPr/>
            <p:nvPr/>
          </p:nvSpPr>
          <p:spPr>
            <a:xfrm>
              <a:off x="107576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4"/>
            <p:cNvSpPr/>
            <p:nvPr/>
          </p:nvSpPr>
          <p:spPr>
            <a:xfrm>
              <a:off x="161364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4"/>
            <p:cNvSpPr/>
            <p:nvPr/>
          </p:nvSpPr>
          <p:spPr>
            <a:xfrm>
              <a:off x="215152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4"/>
            <p:cNvSpPr/>
            <p:nvPr/>
          </p:nvSpPr>
          <p:spPr>
            <a:xfrm>
              <a:off x="268940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4"/>
            <p:cNvSpPr/>
            <p:nvPr/>
          </p:nvSpPr>
          <p:spPr>
            <a:xfrm>
              <a:off x="322728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4"/>
            <p:cNvSpPr/>
            <p:nvPr/>
          </p:nvSpPr>
          <p:spPr>
            <a:xfrm>
              <a:off x="3765169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4"/>
            <p:cNvSpPr/>
            <p:nvPr/>
          </p:nvSpPr>
          <p:spPr>
            <a:xfrm>
              <a:off x="4303050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4"/>
            <p:cNvSpPr/>
            <p:nvPr/>
          </p:nvSpPr>
          <p:spPr>
            <a:xfrm>
              <a:off x="4840931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4"/>
            <p:cNvSpPr/>
            <p:nvPr/>
          </p:nvSpPr>
          <p:spPr>
            <a:xfrm>
              <a:off x="5378812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4"/>
            <p:cNvSpPr/>
            <p:nvPr/>
          </p:nvSpPr>
          <p:spPr>
            <a:xfrm>
              <a:off x="5916694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4"/>
            <p:cNvSpPr/>
            <p:nvPr/>
          </p:nvSpPr>
          <p:spPr>
            <a:xfrm>
              <a:off x="6454575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4"/>
            <p:cNvSpPr/>
            <p:nvPr/>
          </p:nvSpPr>
          <p:spPr>
            <a:xfrm>
              <a:off x="6992456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4"/>
            <p:cNvSpPr/>
            <p:nvPr/>
          </p:nvSpPr>
          <p:spPr>
            <a:xfrm>
              <a:off x="7530337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4"/>
            <p:cNvSpPr/>
            <p:nvPr/>
          </p:nvSpPr>
          <p:spPr>
            <a:xfrm>
              <a:off x="8068218" y="360291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4"/>
            <p:cNvSpPr/>
            <p:nvPr/>
          </p:nvSpPr>
          <p:spPr>
            <a:xfrm>
              <a:off x="8606100" y="3602915"/>
              <a:ext cx="537900" cy="511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4"/>
            <p:cNvSpPr/>
            <p:nvPr/>
          </p:nvSpPr>
          <p:spPr>
            <a:xfrm>
              <a:off x="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4"/>
            <p:cNvSpPr/>
            <p:nvPr/>
          </p:nvSpPr>
          <p:spPr>
            <a:xfrm>
              <a:off x="107576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4"/>
            <p:cNvSpPr/>
            <p:nvPr/>
          </p:nvSpPr>
          <p:spPr>
            <a:xfrm>
              <a:off x="161364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4"/>
            <p:cNvSpPr/>
            <p:nvPr/>
          </p:nvSpPr>
          <p:spPr>
            <a:xfrm>
              <a:off x="215152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4"/>
            <p:cNvSpPr/>
            <p:nvPr/>
          </p:nvSpPr>
          <p:spPr>
            <a:xfrm>
              <a:off x="268940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34"/>
            <p:cNvSpPr/>
            <p:nvPr/>
          </p:nvSpPr>
          <p:spPr>
            <a:xfrm>
              <a:off x="322728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34"/>
            <p:cNvSpPr/>
            <p:nvPr/>
          </p:nvSpPr>
          <p:spPr>
            <a:xfrm>
              <a:off x="3765169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4"/>
            <p:cNvSpPr/>
            <p:nvPr/>
          </p:nvSpPr>
          <p:spPr>
            <a:xfrm>
              <a:off x="430305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4"/>
            <p:cNvSpPr/>
            <p:nvPr/>
          </p:nvSpPr>
          <p:spPr>
            <a:xfrm>
              <a:off x="4840931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4"/>
            <p:cNvSpPr/>
            <p:nvPr/>
          </p:nvSpPr>
          <p:spPr>
            <a:xfrm>
              <a:off x="5378812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4"/>
            <p:cNvSpPr/>
            <p:nvPr/>
          </p:nvSpPr>
          <p:spPr>
            <a:xfrm>
              <a:off x="5916694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4"/>
            <p:cNvSpPr/>
            <p:nvPr/>
          </p:nvSpPr>
          <p:spPr>
            <a:xfrm>
              <a:off x="6454575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4"/>
            <p:cNvSpPr/>
            <p:nvPr/>
          </p:nvSpPr>
          <p:spPr>
            <a:xfrm>
              <a:off x="6992456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4"/>
            <p:cNvSpPr/>
            <p:nvPr/>
          </p:nvSpPr>
          <p:spPr>
            <a:xfrm>
              <a:off x="7530337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4"/>
            <p:cNvSpPr/>
            <p:nvPr/>
          </p:nvSpPr>
          <p:spPr>
            <a:xfrm>
              <a:off x="8068218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4"/>
            <p:cNvSpPr/>
            <p:nvPr/>
          </p:nvSpPr>
          <p:spPr>
            <a:xfrm>
              <a:off x="8606100" y="4117617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4"/>
            <p:cNvSpPr/>
            <p:nvPr/>
          </p:nvSpPr>
          <p:spPr>
            <a:xfrm>
              <a:off x="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4"/>
            <p:cNvSpPr/>
            <p:nvPr/>
          </p:nvSpPr>
          <p:spPr>
            <a:xfrm>
              <a:off x="53788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4"/>
            <p:cNvSpPr/>
            <p:nvPr/>
          </p:nvSpPr>
          <p:spPr>
            <a:xfrm>
              <a:off x="107576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4"/>
            <p:cNvSpPr/>
            <p:nvPr/>
          </p:nvSpPr>
          <p:spPr>
            <a:xfrm>
              <a:off x="161364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4"/>
            <p:cNvSpPr/>
            <p:nvPr/>
          </p:nvSpPr>
          <p:spPr>
            <a:xfrm>
              <a:off x="215152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4"/>
            <p:cNvSpPr/>
            <p:nvPr/>
          </p:nvSpPr>
          <p:spPr>
            <a:xfrm>
              <a:off x="268940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4"/>
            <p:cNvSpPr/>
            <p:nvPr/>
          </p:nvSpPr>
          <p:spPr>
            <a:xfrm>
              <a:off x="322728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4"/>
            <p:cNvSpPr/>
            <p:nvPr/>
          </p:nvSpPr>
          <p:spPr>
            <a:xfrm>
              <a:off x="3765169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4"/>
            <p:cNvSpPr/>
            <p:nvPr/>
          </p:nvSpPr>
          <p:spPr>
            <a:xfrm>
              <a:off x="4303050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4"/>
            <p:cNvSpPr/>
            <p:nvPr/>
          </p:nvSpPr>
          <p:spPr>
            <a:xfrm>
              <a:off x="4840931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4"/>
            <p:cNvSpPr/>
            <p:nvPr/>
          </p:nvSpPr>
          <p:spPr>
            <a:xfrm>
              <a:off x="5378812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4"/>
            <p:cNvSpPr/>
            <p:nvPr/>
          </p:nvSpPr>
          <p:spPr>
            <a:xfrm>
              <a:off x="5916694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4"/>
            <p:cNvSpPr/>
            <p:nvPr/>
          </p:nvSpPr>
          <p:spPr>
            <a:xfrm>
              <a:off x="6454575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4"/>
            <p:cNvSpPr/>
            <p:nvPr/>
          </p:nvSpPr>
          <p:spPr>
            <a:xfrm>
              <a:off x="6992456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4"/>
            <p:cNvSpPr/>
            <p:nvPr/>
          </p:nvSpPr>
          <p:spPr>
            <a:xfrm>
              <a:off x="7530337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4"/>
            <p:cNvSpPr/>
            <p:nvPr/>
          </p:nvSpPr>
          <p:spPr>
            <a:xfrm>
              <a:off x="8068218" y="4632319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4"/>
            <p:cNvSpPr/>
            <p:nvPr/>
          </p:nvSpPr>
          <p:spPr>
            <a:xfrm>
              <a:off x="8606100" y="4632319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34"/>
            <p:cNvSpPr/>
            <p:nvPr/>
          </p:nvSpPr>
          <p:spPr>
            <a:xfrm>
              <a:off x="7530338" y="10279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713" name="Google Shape;5713;p34"/>
            <p:cNvSpPr/>
            <p:nvPr/>
          </p:nvSpPr>
          <p:spPr>
            <a:xfrm>
              <a:off x="537881" y="4117617"/>
              <a:ext cx="537900" cy="5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714" name="Google Shape;5714;p34"/>
            <p:cNvSpPr/>
            <p:nvPr/>
          </p:nvSpPr>
          <p:spPr>
            <a:xfrm>
              <a:off x="6989275" y="51060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715" name="Google Shape;5715;p34"/>
            <p:cNvSpPr/>
            <p:nvPr/>
          </p:nvSpPr>
          <p:spPr>
            <a:xfrm>
              <a:off x="537881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/>
            </a:p>
          </p:txBody>
        </p:sp>
        <p:sp>
          <p:nvSpPr>
            <p:cNvPr id="5716" name="Google Shape;5716;p34"/>
            <p:cNvSpPr/>
            <p:nvPr/>
          </p:nvSpPr>
          <p:spPr>
            <a:xfrm>
              <a:off x="0" y="1029404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17" name="Google Shape;5717;p34"/>
            <p:cNvSpPr/>
            <p:nvPr/>
          </p:nvSpPr>
          <p:spPr>
            <a:xfrm>
              <a:off x="1613644" y="1544106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34"/>
            <p:cNvSpPr/>
            <p:nvPr/>
          </p:nvSpPr>
          <p:spPr>
            <a:xfrm>
              <a:off x="6992463" y="4119375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5719" name="Google Shape;5719;p34"/>
            <p:cNvSpPr/>
            <p:nvPr/>
          </p:nvSpPr>
          <p:spPr>
            <a:xfrm>
              <a:off x="7530338" y="4625450"/>
              <a:ext cx="537900" cy="511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5720" name="Google Shape;5720;p34"/>
          <p:cNvPicPr preferRelativeResize="0"/>
          <p:nvPr/>
        </p:nvPicPr>
        <p:blipFill rotWithShape="1">
          <a:blip r:embed="rId2">
            <a:alphaModFix amt="25000"/>
          </a:blip>
          <a:srcRect r="302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7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5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6" name="Google Shape;5726;p37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Spartan"/>
              <a:buNone/>
              <a:defRPr sz="3000" b="1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●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○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■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●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○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■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●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○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nrope"/>
              <a:buChar char="■"/>
              <a:defRPr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2" name="Google Shape;5722;p3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723" name="Google Shape;5723;p3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1" name="Google Shape;5731;p38"/>
          <p:cNvSpPr txBox="1">
            <a:spLocks noGrp="1"/>
          </p:cNvSpPr>
          <p:nvPr>
            <p:ph type="ctrTitle"/>
          </p:nvPr>
        </p:nvSpPr>
        <p:spPr>
          <a:xfrm>
            <a:off x="1302703" y="1282863"/>
            <a:ext cx="3669000" cy="191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RAD</a:t>
            </a:r>
            <a:endParaRPr lang="en" sz="6600" dirty="0"/>
          </a:p>
        </p:txBody>
      </p:sp>
      <p:sp>
        <p:nvSpPr>
          <p:cNvPr id="5732" name="Google Shape;5732;p38"/>
          <p:cNvSpPr txBox="1">
            <a:spLocks noGrp="1"/>
          </p:cNvSpPr>
          <p:nvPr>
            <p:ph type="subTitle" idx="1"/>
          </p:nvPr>
        </p:nvSpPr>
        <p:spPr>
          <a:xfrm>
            <a:off x="2151300" y="3084775"/>
            <a:ext cx="4841400" cy="5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 Project: labyrinth game</a:t>
            </a:r>
          </a:p>
        </p:txBody>
      </p:sp>
      <p:grpSp>
        <p:nvGrpSpPr>
          <p:cNvPr id="5733" name="Google Shape;5733;p38"/>
          <p:cNvGrpSpPr/>
          <p:nvPr/>
        </p:nvGrpSpPr>
        <p:grpSpPr>
          <a:xfrm>
            <a:off x="5378812" y="1029404"/>
            <a:ext cx="2151544" cy="2055306"/>
            <a:chOff x="5378812" y="1029404"/>
            <a:chExt cx="2151544" cy="2055306"/>
          </a:xfrm>
        </p:grpSpPr>
        <p:sp>
          <p:nvSpPr>
            <p:cNvPr id="5734" name="Google Shape;5734;p38"/>
            <p:cNvSpPr/>
            <p:nvPr/>
          </p:nvSpPr>
          <p:spPr>
            <a:xfrm>
              <a:off x="5916106" y="1544106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L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30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35" name="Google Shape;5735;p38"/>
            <p:cNvSpPr/>
            <p:nvPr/>
          </p:nvSpPr>
          <p:spPr>
            <a:xfrm>
              <a:off x="5916106" y="2573511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Y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2</a:t>
              </a:r>
              <a:endParaRPr sz="30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36" name="Google Shape;5736;p38"/>
            <p:cNvSpPr/>
            <p:nvPr/>
          </p:nvSpPr>
          <p:spPr>
            <a:xfrm>
              <a:off x="5916106" y="102940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P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37" name="Google Shape;5737;p38"/>
            <p:cNvSpPr/>
            <p:nvPr/>
          </p:nvSpPr>
          <p:spPr>
            <a:xfrm>
              <a:off x="5378812" y="2058808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G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30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38" name="Google Shape;5738;p38"/>
            <p:cNvSpPr/>
            <p:nvPr/>
          </p:nvSpPr>
          <p:spPr>
            <a:xfrm>
              <a:off x="5916106" y="2058808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A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30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39" name="Google Shape;5739;p38"/>
            <p:cNvSpPr/>
            <p:nvPr/>
          </p:nvSpPr>
          <p:spPr>
            <a:xfrm>
              <a:off x="6992456" y="2058808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E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30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740" name="Google Shape;5740;p38"/>
            <p:cNvSpPr/>
            <p:nvPr/>
          </p:nvSpPr>
          <p:spPr>
            <a:xfrm>
              <a:off x="6454575" y="2058808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M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30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7" name="Google Shape;5777;p41"/>
          <p:cNvSpPr/>
          <p:nvPr/>
        </p:nvSpPr>
        <p:spPr>
          <a:xfrm>
            <a:off x="4850104" y="1549305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B7B7B7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5778" name="Google Shape;5778;p41"/>
          <p:cNvSpPr/>
          <p:nvPr/>
        </p:nvSpPr>
        <p:spPr>
          <a:xfrm>
            <a:off x="1074867" y="3083490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B7B7B7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5780" name="Google Shape;5780;p41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781" name="Google Shape;5781;p41"/>
          <p:cNvSpPr txBox="1">
            <a:spLocks noGrp="1"/>
          </p:cNvSpPr>
          <p:nvPr>
            <p:ph type="title" idx="3"/>
          </p:nvPr>
        </p:nvSpPr>
        <p:spPr>
          <a:xfrm>
            <a:off x="1689475" y="1648498"/>
            <a:ext cx="25092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</a:t>
            </a:r>
            <a:endParaRPr dirty="0"/>
          </a:p>
        </p:txBody>
      </p:sp>
      <p:sp>
        <p:nvSpPr>
          <p:cNvPr id="5783" name="Google Shape;5783;p41"/>
          <p:cNvSpPr txBox="1">
            <a:spLocks noGrp="1"/>
          </p:cNvSpPr>
          <p:nvPr>
            <p:ph type="title" idx="5"/>
          </p:nvPr>
        </p:nvSpPr>
        <p:spPr>
          <a:xfrm>
            <a:off x="998658" y="3186611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784" name="Google Shape;5784;p41"/>
          <p:cNvSpPr txBox="1">
            <a:spLocks noGrp="1"/>
          </p:cNvSpPr>
          <p:nvPr>
            <p:ph type="title" idx="6"/>
          </p:nvPr>
        </p:nvSpPr>
        <p:spPr>
          <a:xfrm>
            <a:off x="1688958" y="3186609"/>
            <a:ext cx="25476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</a:t>
            </a:r>
            <a:endParaRPr dirty="0"/>
          </a:p>
        </p:txBody>
      </p:sp>
      <p:sp>
        <p:nvSpPr>
          <p:cNvPr id="5786" name="Google Shape;5786;p41"/>
          <p:cNvSpPr txBox="1">
            <a:spLocks noGrp="1"/>
          </p:cNvSpPr>
          <p:nvPr>
            <p:ph type="title" idx="8"/>
          </p:nvPr>
        </p:nvSpPr>
        <p:spPr>
          <a:xfrm>
            <a:off x="4773897" y="1654214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87" name="Google Shape;5787;p41"/>
          <p:cNvSpPr txBox="1">
            <a:spLocks noGrp="1"/>
          </p:cNvSpPr>
          <p:nvPr>
            <p:ph type="title" idx="9"/>
          </p:nvPr>
        </p:nvSpPr>
        <p:spPr>
          <a:xfrm>
            <a:off x="5464197" y="1654212"/>
            <a:ext cx="25092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TEAMWORK</a:t>
            </a:r>
            <a:endParaRPr dirty="0"/>
          </a:p>
        </p:txBody>
      </p:sp>
      <p:sp>
        <p:nvSpPr>
          <p:cNvPr id="5792" name="Google Shape;5792;p41"/>
          <p:cNvSpPr/>
          <p:nvPr/>
        </p:nvSpPr>
        <p:spPr>
          <a:xfrm>
            <a:off x="1075382" y="1545379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B7B7B7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5793" name="Google Shape;5793;p41"/>
          <p:cNvSpPr txBox="1">
            <a:spLocks noGrp="1"/>
          </p:cNvSpPr>
          <p:nvPr>
            <p:ph type="title" idx="2"/>
          </p:nvPr>
        </p:nvSpPr>
        <p:spPr>
          <a:xfrm>
            <a:off x="999175" y="1648500"/>
            <a:ext cx="690300" cy="3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8" name="Google Shape;5798;p42"/>
          <p:cNvSpPr txBox="1">
            <a:spLocks noGrp="1"/>
          </p:cNvSpPr>
          <p:nvPr>
            <p:ph type="title"/>
          </p:nvPr>
        </p:nvSpPr>
        <p:spPr>
          <a:xfrm>
            <a:off x="1276935" y="2405013"/>
            <a:ext cx="58029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</a:t>
            </a:r>
            <a:endParaRPr dirty="0"/>
          </a:p>
        </p:txBody>
      </p:sp>
      <p:sp>
        <p:nvSpPr>
          <p:cNvPr id="5799" name="Google Shape;5799;p42"/>
          <p:cNvSpPr txBox="1">
            <a:spLocks noGrp="1"/>
          </p:cNvSpPr>
          <p:nvPr>
            <p:ph type="subTitle" idx="1"/>
          </p:nvPr>
        </p:nvSpPr>
        <p:spPr>
          <a:xfrm>
            <a:off x="1616425" y="3597300"/>
            <a:ext cx="4834800" cy="5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 </a:t>
            </a:r>
          </a:p>
        </p:txBody>
      </p:sp>
      <p:sp>
        <p:nvSpPr>
          <p:cNvPr id="5800" name="Google Shape;5800;p42"/>
          <p:cNvSpPr/>
          <p:nvPr/>
        </p:nvSpPr>
        <p:spPr>
          <a:xfrm>
            <a:off x="1621980" y="1032532"/>
            <a:ext cx="1055400" cy="1002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B7B7B7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5801" name="Google Shape;5801;p42"/>
          <p:cNvSpPr txBox="1">
            <a:spLocks noGrp="1"/>
          </p:cNvSpPr>
          <p:nvPr>
            <p:ph type="title" idx="2"/>
          </p:nvPr>
        </p:nvSpPr>
        <p:spPr>
          <a:xfrm>
            <a:off x="1694210" y="1091926"/>
            <a:ext cx="9111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5802" name="Google Shape;5802;p42"/>
          <p:cNvGrpSpPr/>
          <p:nvPr/>
        </p:nvGrpSpPr>
        <p:grpSpPr>
          <a:xfrm>
            <a:off x="6995080" y="1542579"/>
            <a:ext cx="1613700" cy="2581400"/>
            <a:chOff x="6981553" y="1542579"/>
            <a:chExt cx="1613700" cy="2581400"/>
          </a:xfrm>
        </p:grpSpPr>
        <p:sp>
          <p:nvSpPr>
            <p:cNvPr id="5803" name="Google Shape;5803;p42"/>
            <p:cNvSpPr/>
            <p:nvPr/>
          </p:nvSpPr>
          <p:spPr>
            <a:xfrm>
              <a:off x="7519456" y="2053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O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04" name="Google Shape;5804;p42"/>
            <p:cNvSpPr/>
            <p:nvPr/>
          </p:nvSpPr>
          <p:spPr>
            <a:xfrm>
              <a:off x="7519462" y="15425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W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05" name="Google Shape;5805;p42"/>
            <p:cNvSpPr/>
            <p:nvPr/>
          </p:nvSpPr>
          <p:spPr>
            <a:xfrm>
              <a:off x="7519453" y="25649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R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06" name="Google Shape;5806;p42"/>
            <p:cNvSpPr/>
            <p:nvPr/>
          </p:nvSpPr>
          <p:spPr>
            <a:xfrm>
              <a:off x="7519453" y="30888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D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07" name="Google Shape;5807;p42"/>
            <p:cNvSpPr/>
            <p:nvPr/>
          </p:nvSpPr>
          <p:spPr>
            <a:xfrm>
              <a:off x="7519453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S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08" name="Google Shape;5808;p42"/>
            <p:cNvSpPr/>
            <p:nvPr/>
          </p:nvSpPr>
          <p:spPr>
            <a:xfrm>
              <a:off x="6981553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A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09" name="Google Shape;5809;p42"/>
            <p:cNvSpPr/>
            <p:nvPr/>
          </p:nvSpPr>
          <p:spPr>
            <a:xfrm>
              <a:off x="8057353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K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7" name="Google Shape;5817;p43"/>
          <p:cNvGrpSpPr/>
          <p:nvPr/>
        </p:nvGrpSpPr>
        <p:grpSpPr>
          <a:xfrm>
            <a:off x="4303280" y="4112894"/>
            <a:ext cx="1613700" cy="511200"/>
            <a:chOff x="6981553" y="3612779"/>
            <a:chExt cx="1613700" cy="511200"/>
          </a:xfrm>
        </p:grpSpPr>
        <p:sp>
          <p:nvSpPr>
            <p:cNvPr id="5818" name="Google Shape;5818;p43"/>
            <p:cNvSpPr/>
            <p:nvPr/>
          </p:nvSpPr>
          <p:spPr>
            <a:xfrm>
              <a:off x="7519453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E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19" name="Google Shape;5819;p43"/>
            <p:cNvSpPr/>
            <p:nvPr/>
          </p:nvSpPr>
          <p:spPr>
            <a:xfrm>
              <a:off x="6981553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T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20" name="Google Shape;5820;p43"/>
            <p:cNvSpPr/>
            <p:nvPr/>
          </p:nvSpPr>
          <p:spPr>
            <a:xfrm>
              <a:off x="8057353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ea typeface="Spartan"/>
                  <a:sym typeface="Spartan"/>
                </a:rPr>
                <a:t>A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lang="en-US" sz="600" b="1">
                <a:solidFill>
                  <a:schemeClr val="accent2"/>
                </a:solidFill>
                <a:latin typeface="Spartan"/>
                <a:ea typeface="Spartan"/>
                <a:cs typeface="Spartan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4B7BE28-509B-C945-D94F-92052C060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020" y="1550670"/>
            <a:ext cx="1074420" cy="1036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621110-B95A-BDB7-1351-CFBE3874A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543050"/>
            <a:ext cx="1066800" cy="1036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6934CF-83FE-250A-979B-67B03E7B9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0670"/>
            <a:ext cx="1082040" cy="1043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DE9FD8-75FF-A3C2-8BF3-BED4AF98C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" y="1550670"/>
            <a:ext cx="1059180" cy="1028700"/>
          </a:xfrm>
          <a:prstGeom prst="rect">
            <a:avLst/>
          </a:prstGeom>
        </p:spPr>
      </p:pic>
      <p:sp>
        <p:nvSpPr>
          <p:cNvPr id="12" name="Google Shape;5798;p42">
            <a:extLst>
              <a:ext uri="{FF2B5EF4-FFF2-40B4-BE49-F238E27FC236}">
                <a16:creationId xmlns:a16="http://schemas.microsoft.com/office/drawing/2014/main" id="{AEF9545C-8D53-C421-32B0-92501EF6D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295" y="301893"/>
            <a:ext cx="58029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</a:t>
            </a:r>
            <a:endParaRPr dirty="0"/>
          </a:p>
        </p:txBody>
      </p:sp>
      <p:sp>
        <p:nvSpPr>
          <p:cNvPr id="15" name="Google Shape;5798;p42">
            <a:extLst>
              <a:ext uri="{FF2B5EF4-FFF2-40B4-BE49-F238E27FC236}">
                <a16:creationId xmlns:a16="http://schemas.microsoft.com/office/drawing/2014/main" id="{08F84982-EB41-13D9-21FE-7D84D0A7ED3E}"/>
              </a:ext>
            </a:extLst>
          </p:cNvPr>
          <p:cNvSpPr txBox="1">
            <a:spLocks/>
          </p:cNvSpPr>
          <p:nvPr/>
        </p:nvSpPr>
        <p:spPr>
          <a:xfrm>
            <a:off x="530175" y="2595513"/>
            <a:ext cx="217578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30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pPr algn="ctr"/>
            <a:r>
              <a:rPr lang="en-US" sz="1600" dirty="0" err="1"/>
              <a:t>Димитър</a:t>
            </a:r>
            <a:r>
              <a:rPr lang="en-US" sz="1600" dirty="0"/>
              <a:t> </a:t>
            </a:r>
            <a:r>
              <a:rPr lang="en-US" sz="1600" dirty="0" err="1"/>
              <a:t>Харизанов</a:t>
            </a:r>
            <a:r>
              <a:rPr lang="en-US" sz="1600" dirty="0"/>
              <a:t>- Scrum Trainer</a:t>
            </a:r>
          </a:p>
        </p:txBody>
      </p:sp>
      <p:sp>
        <p:nvSpPr>
          <p:cNvPr id="16" name="Google Shape;5798;p42">
            <a:extLst>
              <a:ext uri="{FF2B5EF4-FFF2-40B4-BE49-F238E27FC236}">
                <a16:creationId xmlns:a16="http://schemas.microsoft.com/office/drawing/2014/main" id="{AD6A01BB-CCEB-BA19-5050-47C8FC10A59A}"/>
              </a:ext>
            </a:extLst>
          </p:cNvPr>
          <p:cNvSpPr txBox="1">
            <a:spLocks/>
          </p:cNvSpPr>
          <p:nvPr/>
        </p:nvSpPr>
        <p:spPr>
          <a:xfrm>
            <a:off x="2496134" y="2595512"/>
            <a:ext cx="207672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30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pPr algn="ctr"/>
            <a:r>
              <a:rPr lang="en-US" sz="1600" dirty="0" err="1"/>
              <a:t>Ивелин</a:t>
            </a:r>
            <a:r>
              <a:rPr lang="en-US" sz="1600" dirty="0"/>
              <a:t> </a:t>
            </a:r>
            <a:r>
              <a:rPr lang="en-US" sz="1600" dirty="0" err="1"/>
              <a:t>Методиев</a:t>
            </a:r>
            <a:r>
              <a:rPr lang="en-US" sz="1600" dirty="0"/>
              <a:t>-Backend Developer</a:t>
            </a:r>
          </a:p>
        </p:txBody>
      </p:sp>
      <p:sp>
        <p:nvSpPr>
          <p:cNvPr id="17" name="Google Shape;5798;p42">
            <a:extLst>
              <a:ext uri="{FF2B5EF4-FFF2-40B4-BE49-F238E27FC236}">
                <a16:creationId xmlns:a16="http://schemas.microsoft.com/office/drawing/2014/main" id="{F9DE1E85-8F13-04B0-FDFE-AAC902154654}"/>
              </a:ext>
            </a:extLst>
          </p:cNvPr>
          <p:cNvSpPr txBox="1">
            <a:spLocks/>
          </p:cNvSpPr>
          <p:nvPr/>
        </p:nvSpPr>
        <p:spPr>
          <a:xfrm>
            <a:off x="4584013" y="2587891"/>
            <a:ext cx="2191020" cy="89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30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pPr algn="ctr"/>
            <a:r>
              <a:rPr lang="en-US" sz="1600" dirty="0" err="1"/>
              <a:t>Елизавета</a:t>
            </a:r>
            <a:r>
              <a:rPr lang="en-US" sz="1600" dirty="0"/>
              <a:t> </a:t>
            </a:r>
            <a:r>
              <a:rPr lang="en-US" sz="1600" dirty="0" err="1"/>
              <a:t>Фурника</a:t>
            </a:r>
            <a:r>
              <a:rPr lang="en-US" sz="1600" dirty="0"/>
              <a:t>-Frontend Developer</a:t>
            </a:r>
          </a:p>
        </p:txBody>
      </p:sp>
      <p:sp>
        <p:nvSpPr>
          <p:cNvPr id="18" name="Google Shape;5798;p42">
            <a:extLst>
              <a:ext uri="{FF2B5EF4-FFF2-40B4-BE49-F238E27FC236}">
                <a16:creationId xmlns:a16="http://schemas.microsoft.com/office/drawing/2014/main" id="{2F6EE0EF-3062-F14F-513F-27CD4FFC729E}"/>
              </a:ext>
            </a:extLst>
          </p:cNvPr>
          <p:cNvSpPr txBox="1">
            <a:spLocks/>
          </p:cNvSpPr>
          <p:nvPr/>
        </p:nvSpPr>
        <p:spPr>
          <a:xfrm>
            <a:off x="6519493" y="2595511"/>
            <a:ext cx="2442480" cy="89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30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Spartan"/>
              <a:buNone/>
              <a:defRPr sz="4200" b="1" i="0" u="none" strike="noStrike" cap="none">
                <a:solidFill>
                  <a:schemeClr val="accent1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pPr algn="ctr"/>
            <a:r>
              <a:rPr lang="en-US" sz="1600" dirty="0" err="1"/>
              <a:t>Елизавета</a:t>
            </a:r>
            <a:r>
              <a:rPr lang="en-US" sz="1600" dirty="0"/>
              <a:t> </a:t>
            </a:r>
            <a:r>
              <a:rPr lang="en-US" sz="1600" dirty="0" err="1"/>
              <a:t>Позюбанова</a:t>
            </a:r>
            <a:r>
              <a:rPr lang="en-US" sz="1600" dirty="0"/>
              <a:t>-</a:t>
            </a:r>
            <a:endParaRPr lang="en-US" dirty="0"/>
          </a:p>
          <a:p>
            <a:pPr algn="ctr"/>
            <a:r>
              <a:rPr lang="en-US" sz="1600" dirty="0"/>
              <a:t>Frontend Developer</a:t>
            </a:r>
            <a:endParaRPr lang="en-US"/>
          </a:p>
        </p:txBody>
      </p:sp>
      <p:sp>
        <p:nvSpPr>
          <p:cNvPr id="21" name="Google Shape;5819;p43">
            <a:extLst>
              <a:ext uri="{FF2B5EF4-FFF2-40B4-BE49-F238E27FC236}">
                <a16:creationId xmlns:a16="http://schemas.microsoft.com/office/drawing/2014/main" id="{F55D6C1C-B819-8B94-E492-99C4BC3DDE22}"/>
              </a:ext>
            </a:extLst>
          </p:cNvPr>
          <p:cNvSpPr/>
          <p:nvPr/>
        </p:nvSpPr>
        <p:spPr>
          <a:xfrm>
            <a:off x="5918720" y="4112894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M</a:t>
            </a:r>
            <a:r>
              <a:rPr lang="en" sz="6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1</a:t>
            </a:r>
            <a:endParaRPr sz="600" b="1">
              <a:solidFill>
                <a:schemeClr val="accen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4" name="Google Shape;5934;p48"/>
          <p:cNvSpPr/>
          <p:nvPr/>
        </p:nvSpPr>
        <p:spPr>
          <a:xfrm>
            <a:off x="4033700" y="1032590"/>
            <a:ext cx="1076700" cy="10230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B7B7B7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5935" name="Google Shape;5935;p48"/>
          <p:cNvSpPr txBox="1">
            <a:spLocks noGrp="1"/>
          </p:cNvSpPr>
          <p:nvPr>
            <p:ph type="title"/>
          </p:nvPr>
        </p:nvSpPr>
        <p:spPr>
          <a:xfrm>
            <a:off x="1670550" y="2409901"/>
            <a:ext cx="58029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TEAMWORK</a:t>
            </a:r>
            <a:endParaRPr dirty="0"/>
          </a:p>
        </p:txBody>
      </p:sp>
      <p:sp>
        <p:nvSpPr>
          <p:cNvPr id="5936" name="Google Shape;5936;p48"/>
          <p:cNvSpPr txBox="1">
            <a:spLocks noGrp="1"/>
          </p:cNvSpPr>
          <p:nvPr>
            <p:ph type="title" idx="2"/>
          </p:nvPr>
        </p:nvSpPr>
        <p:spPr>
          <a:xfrm>
            <a:off x="4007897" y="1171323"/>
            <a:ext cx="11283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</a:p>
        </p:txBody>
      </p:sp>
      <p:grpSp>
        <p:nvGrpSpPr>
          <p:cNvPr id="5938" name="Google Shape;5938;p48"/>
          <p:cNvGrpSpPr/>
          <p:nvPr/>
        </p:nvGrpSpPr>
        <p:grpSpPr>
          <a:xfrm>
            <a:off x="-10" y="2053779"/>
            <a:ext cx="1610587" cy="2581400"/>
            <a:chOff x="-10" y="2053779"/>
            <a:chExt cx="1610587" cy="2581400"/>
          </a:xfrm>
        </p:grpSpPr>
        <p:sp>
          <p:nvSpPr>
            <p:cNvPr id="5939" name="Google Shape;5939;p48"/>
            <p:cNvSpPr/>
            <p:nvPr/>
          </p:nvSpPr>
          <p:spPr>
            <a:xfrm>
              <a:off x="539718" y="2053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E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0" name="Google Shape;5940;p48"/>
            <p:cNvSpPr/>
            <p:nvPr/>
          </p:nvSpPr>
          <p:spPr>
            <a:xfrm>
              <a:off x="539715" y="25649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N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1" name="Google Shape;5941;p48"/>
            <p:cNvSpPr/>
            <p:nvPr/>
          </p:nvSpPr>
          <p:spPr>
            <a:xfrm>
              <a:off x="539715" y="30888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T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2" name="Google Shape;5942;p48"/>
            <p:cNvSpPr/>
            <p:nvPr/>
          </p:nvSpPr>
          <p:spPr>
            <a:xfrm>
              <a:off x="539715" y="36127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E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3" name="Google Shape;5943;p48"/>
            <p:cNvSpPr/>
            <p:nvPr/>
          </p:nvSpPr>
          <p:spPr>
            <a:xfrm>
              <a:off x="539715" y="41239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R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4" name="Google Shape;5944;p48"/>
            <p:cNvSpPr/>
            <p:nvPr/>
          </p:nvSpPr>
          <p:spPr>
            <a:xfrm>
              <a:off x="-10" y="41239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C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5" name="Google Shape;5945;p48"/>
            <p:cNvSpPr/>
            <p:nvPr/>
          </p:nvSpPr>
          <p:spPr>
            <a:xfrm>
              <a:off x="1072676" y="4123979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Y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5946" name="Google Shape;5946;p48"/>
          <p:cNvGrpSpPr/>
          <p:nvPr/>
        </p:nvGrpSpPr>
        <p:grpSpPr>
          <a:xfrm>
            <a:off x="6986590" y="512651"/>
            <a:ext cx="2157412" cy="511200"/>
            <a:chOff x="6986590" y="512651"/>
            <a:chExt cx="2157412" cy="511200"/>
          </a:xfrm>
        </p:grpSpPr>
        <p:sp>
          <p:nvSpPr>
            <p:cNvPr id="5947" name="Google Shape;5947;p48"/>
            <p:cNvSpPr/>
            <p:nvPr/>
          </p:nvSpPr>
          <p:spPr>
            <a:xfrm>
              <a:off x="7526315" y="512651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U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8" name="Google Shape;5948;p48"/>
            <p:cNvSpPr/>
            <p:nvPr/>
          </p:nvSpPr>
          <p:spPr>
            <a:xfrm>
              <a:off x="6986590" y="512651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J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49" name="Google Shape;5949;p48"/>
            <p:cNvSpPr/>
            <p:nvPr/>
          </p:nvSpPr>
          <p:spPr>
            <a:xfrm>
              <a:off x="8059276" y="512651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M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50" name="Google Shape;5950;p48"/>
            <p:cNvSpPr/>
            <p:nvPr/>
          </p:nvSpPr>
          <p:spPr>
            <a:xfrm>
              <a:off x="8606101" y="512651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P</a:t>
              </a:r>
              <a:r>
                <a:rPr lang="en" sz="600" b="1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38225E5-51A4-B1C6-DB09-1CE5F9D1A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7500" y="3606493"/>
            <a:ext cx="4829100" cy="490320"/>
          </a:xfrm>
        </p:spPr>
        <p:txBody>
          <a:bodyPr/>
          <a:lstStyle/>
          <a:p>
            <a:r>
              <a:rPr lang="en-US" dirty="0"/>
              <a:t> </a:t>
            </a:r>
            <a:endParaRPr lang="en-US"/>
          </a:p>
        </p:txBody>
      </p:sp>
      <p:grpSp>
        <p:nvGrpSpPr>
          <p:cNvPr id="4" name="Google Shape;5968;p49">
            <a:extLst>
              <a:ext uri="{FF2B5EF4-FFF2-40B4-BE49-F238E27FC236}">
                <a16:creationId xmlns:a16="http://schemas.microsoft.com/office/drawing/2014/main" id="{1AF23544-C6EA-49DC-596A-BAF2F232BAAE}"/>
              </a:ext>
            </a:extLst>
          </p:cNvPr>
          <p:cNvGrpSpPr/>
          <p:nvPr/>
        </p:nvGrpSpPr>
        <p:grpSpPr>
          <a:xfrm>
            <a:off x="552546" y="4632294"/>
            <a:ext cx="2689500" cy="511200"/>
            <a:chOff x="552546" y="4632294"/>
            <a:chExt cx="2689500" cy="511200"/>
          </a:xfrm>
        </p:grpSpPr>
        <p:sp>
          <p:nvSpPr>
            <p:cNvPr id="10" name="Google Shape;5969;p49">
              <a:extLst>
                <a:ext uri="{FF2B5EF4-FFF2-40B4-BE49-F238E27FC236}">
                  <a16:creationId xmlns:a16="http://schemas.microsoft.com/office/drawing/2014/main" id="{15740DCD-A4C4-C139-E2ED-84B918789A1E}"/>
                </a:ext>
              </a:extLst>
            </p:cNvPr>
            <p:cNvSpPr/>
            <p:nvPr/>
          </p:nvSpPr>
          <p:spPr>
            <a:xfrm>
              <a:off x="10904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A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1" name="Google Shape;5970;p49">
              <a:extLst>
                <a:ext uri="{FF2B5EF4-FFF2-40B4-BE49-F238E27FC236}">
                  <a16:creationId xmlns:a16="http://schemas.microsoft.com/office/drawing/2014/main" id="{05B46A4B-05F3-3405-C24C-B09332CC087C}"/>
                </a:ext>
              </a:extLst>
            </p:cNvPr>
            <p:cNvSpPr/>
            <p:nvPr/>
          </p:nvSpPr>
          <p:spPr>
            <a:xfrm>
              <a:off x="5525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L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2" name="Google Shape;5971;p49">
              <a:extLst>
                <a:ext uri="{FF2B5EF4-FFF2-40B4-BE49-F238E27FC236}">
                  <a16:creationId xmlns:a16="http://schemas.microsoft.com/office/drawing/2014/main" id="{CF9AA5A3-35F2-CA9E-945F-AF3CF0C2FD09}"/>
                </a:ext>
              </a:extLst>
            </p:cNvPr>
            <p:cNvSpPr/>
            <p:nvPr/>
          </p:nvSpPr>
          <p:spPr>
            <a:xfrm>
              <a:off x="16283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B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3" name="Google Shape;5972;p49">
              <a:extLst>
                <a:ext uri="{FF2B5EF4-FFF2-40B4-BE49-F238E27FC236}">
                  <a16:creationId xmlns:a16="http://schemas.microsoft.com/office/drawing/2014/main" id="{4AEF5402-F3A3-1D88-A249-368970A863EA}"/>
                </a:ext>
              </a:extLst>
            </p:cNvPr>
            <p:cNvSpPr/>
            <p:nvPr/>
          </p:nvSpPr>
          <p:spPr>
            <a:xfrm>
              <a:off x="21662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Y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4" name="Google Shape;5973;p49">
              <a:extLst>
                <a:ext uri="{FF2B5EF4-FFF2-40B4-BE49-F238E27FC236}">
                  <a16:creationId xmlns:a16="http://schemas.microsoft.com/office/drawing/2014/main" id="{8919EA5B-18EB-1322-B331-A7E68D254B2C}"/>
                </a:ext>
              </a:extLst>
            </p:cNvPr>
            <p:cNvSpPr/>
            <p:nvPr/>
          </p:nvSpPr>
          <p:spPr>
            <a:xfrm>
              <a:off x="27041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R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sp>
        <p:nvSpPr>
          <p:cNvPr id="5" name="Google Shape;5974;p49">
            <a:extLst>
              <a:ext uri="{FF2B5EF4-FFF2-40B4-BE49-F238E27FC236}">
                <a16:creationId xmlns:a16="http://schemas.microsoft.com/office/drawing/2014/main" id="{33DD6FD4-902B-7197-F894-6AFFED87173E}"/>
              </a:ext>
            </a:extLst>
          </p:cNvPr>
          <p:cNvSpPr/>
          <p:nvPr/>
        </p:nvSpPr>
        <p:spPr>
          <a:xfrm>
            <a:off x="3242046" y="4632294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I</a:t>
            </a:r>
            <a:r>
              <a:rPr lang="en" sz="6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1</a:t>
            </a:r>
            <a:endParaRPr sz="600" b="1">
              <a:solidFill>
                <a:schemeClr val="accen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6" name="Google Shape;5968;p49">
            <a:extLst>
              <a:ext uri="{FF2B5EF4-FFF2-40B4-BE49-F238E27FC236}">
                <a16:creationId xmlns:a16="http://schemas.microsoft.com/office/drawing/2014/main" id="{1E2133C3-E27B-0017-6F0B-1916268C90E3}"/>
              </a:ext>
            </a:extLst>
          </p:cNvPr>
          <p:cNvGrpSpPr/>
          <p:nvPr/>
        </p:nvGrpSpPr>
        <p:grpSpPr>
          <a:xfrm>
            <a:off x="3783426" y="4632294"/>
            <a:ext cx="1606080" cy="511200"/>
            <a:chOff x="3783426" y="4632294"/>
            <a:chExt cx="1613700" cy="511200"/>
          </a:xfrm>
        </p:grpSpPr>
        <p:sp>
          <p:nvSpPr>
            <p:cNvPr id="7" name="Google Shape;5969;p49">
              <a:extLst>
                <a:ext uri="{FF2B5EF4-FFF2-40B4-BE49-F238E27FC236}">
                  <a16:creationId xmlns:a16="http://schemas.microsoft.com/office/drawing/2014/main" id="{2BFC5898-4457-E190-185A-7E6CC3CA144E}"/>
                </a:ext>
              </a:extLst>
            </p:cNvPr>
            <p:cNvSpPr/>
            <p:nvPr/>
          </p:nvSpPr>
          <p:spPr>
            <a:xfrm>
              <a:off x="43213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T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8" name="Google Shape;5970;p49">
              <a:extLst>
                <a:ext uri="{FF2B5EF4-FFF2-40B4-BE49-F238E27FC236}">
                  <a16:creationId xmlns:a16="http://schemas.microsoft.com/office/drawing/2014/main" id="{38B77151-AF99-6C63-0CC9-3F7EC7A12AC7}"/>
                </a:ext>
              </a:extLst>
            </p:cNvPr>
            <p:cNvSpPr/>
            <p:nvPr/>
          </p:nvSpPr>
          <p:spPr>
            <a:xfrm>
              <a:off x="37834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N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9" name="Google Shape;5971;p49">
              <a:extLst>
                <a:ext uri="{FF2B5EF4-FFF2-40B4-BE49-F238E27FC236}">
                  <a16:creationId xmlns:a16="http://schemas.microsoft.com/office/drawing/2014/main" id="{E4682ED7-46D0-CB8B-8E2F-D0AB19D90BF2}"/>
                </a:ext>
              </a:extLst>
            </p:cNvPr>
            <p:cNvSpPr/>
            <p:nvPr/>
          </p:nvSpPr>
          <p:spPr>
            <a:xfrm>
              <a:off x="48592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H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15" name="Google Shape;5968;p49">
            <a:extLst>
              <a:ext uri="{FF2B5EF4-FFF2-40B4-BE49-F238E27FC236}">
                <a16:creationId xmlns:a16="http://schemas.microsoft.com/office/drawing/2014/main" id="{881D4DAE-0F04-F4B9-2761-2A77B5FD3257}"/>
              </a:ext>
            </a:extLst>
          </p:cNvPr>
          <p:cNvGrpSpPr/>
          <p:nvPr/>
        </p:nvGrpSpPr>
        <p:grpSpPr>
          <a:xfrm>
            <a:off x="552546" y="4632294"/>
            <a:ext cx="2689500" cy="511200"/>
            <a:chOff x="552546" y="4632294"/>
            <a:chExt cx="2689500" cy="511200"/>
          </a:xfrm>
        </p:grpSpPr>
        <p:sp>
          <p:nvSpPr>
            <p:cNvPr id="21" name="Google Shape;5969;p49">
              <a:extLst>
                <a:ext uri="{FF2B5EF4-FFF2-40B4-BE49-F238E27FC236}">
                  <a16:creationId xmlns:a16="http://schemas.microsoft.com/office/drawing/2014/main" id="{2F0B7C59-F6D7-8883-1BAB-F539CE9CB325}"/>
                </a:ext>
              </a:extLst>
            </p:cNvPr>
            <p:cNvSpPr/>
            <p:nvPr/>
          </p:nvSpPr>
          <p:spPr>
            <a:xfrm>
              <a:off x="10904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A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2" name="Google Shape;5970;p49">
              <a:extLst>
                <a:ext uri="{FF2B5EF4-FFF2-40B4-BE49-F238E27FC236}">
                  <a16:creationId xmlns:a16="http://schemas.microsoft.com/office/drawing/2014/main" id="{29F3D4D0-9F80-8278-FD8D-88028C816FF3}"/>
                </a:ext>
              </a:extLst>
            </p:cNvPr>
            <p:cNvSpPr/>
            <p:nvPr/>
          </p:nvSpPr>
          <p:spPr>
            <a:xfrm>
              <a:off x="5525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L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3" name="Google Shape;5971;p49">
              <a:extLst>
                <a:ext uri="{FF2B5EF4-FFF2-40B4-BE49-F238E27FC236}">
                  <a16:creationId xmlns:a16="http://schemas.microsoft.com/office/drawing/2014/main" id="{9C21C9E7-2827-5485-0FC4-2E537EDAEF25}"/>
                </a:ext>
              </a:extLst>
            </p:cNvPr>
            <p:cNvSpPr/>
            <p:nvPr/>
          </p:nvSpPr>
          <p:spPr>
            <a:xfrm>
              <a:off x="16283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B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4" name="Google Shape;5972;p49">
              <a:extLst>
                <a:ext uri="{FF2B5EF4-FFF2-40B4-BE49-F238E27FC236}">
                  <a16:creationId xmlns:a16="http://schemas.microsoft.com/office/drawing/2014/main" id="{93EE18FD-2D6B-D7BF-F780-6740879EB2F7}"/>
                </a:ext>
              </a:extLst>
            </p:cNvPr>
            <p:cNvSpPr/>
            <p:nvPr/>
          </p:nvSpPr>
          <p:spPr>
            <a:xfrm>
              <a:off x="21662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Y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5" name="Google Shape;5973;p49">
              <a:extLst>
                <a:ext uri="{FF2B5EF4-FFF2-40B4-BE49-F238E27FC236}">
                  <a16:creationId xmlns:a16="http://schemas.microsoft.com/office/drawing/2014/main" id="{81A14743-08B3-CB97-639A-956323437443}"/>
                </a:ext>
              </a:extLst>
            </p:cNvPr>
            <p:cNvSpPr/>
            <p:nvPr/>
          </p:nvSpPr>
          <p:spPr>
            <a:xfrm>
              <a:off x="27041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R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sp>
        <p:nvSpPr>
          <p:cNvPr id="16" name="Google Shape;5974;p49">
            <a:extLst>
              <a:ext uri="{FF2B5EF4-FFF2-40B4-BE49-F238E27FC236}">
                <a16:creationId xmlns:a16="http://schemas.microsoft.com/office/drawing/2014/main" id="{2AE91723-6AA6-E6DB-FA28-938D08FBD7B9}"/>
              </a:ext>
            </a:extLst>
          </p:cNvPr>
          <p:cNvSpPr/>
          <p:nvPr/>
        </p:nvSpPr>
        <p:spPr>
          <a:xfrm>
            <a:off x="3242046" y="4632294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I</a:t>
            </a:r>
            <a:r>
              <a:rPr lang="en" sz="6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1</a:t>
            </a:r>
            <a:endParaRPr sz="600" b="1">
              <a:solidFill>
                <a:schemeClr val="accen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17" name="Google Shape;5968;p49">
            <a:extLst>
              <a:ext uri="{FF2B5EF4-FFF2-40B4-BE49-F238E27FC236}">
                <a16:creationId xmlns:a16="http://schemas.microsoft.com/office/drawing/2014/main" id="{E0E9C8FC-2F0E-CB7A-7FAD-D25E2256A97E}"/>
              </a:ext>
            </a:extLst>
          </p:cNvPr>
          <p:cNvGrpSpPr/>
          <p:nvPr/>
        </p:nvGrpSpPr>
        <p:grpSpPr>
          <a:xfrm>
            <a:off x="3783426" y="4632294"/>
            <a:ext cx="1606080" cy="511200"/>
            <a:chOff x="3783426" y="4632294"/>
            <a:chExt cx="1613700" cy="511200"/>
          </a:xfrm>
        </p:grpSpPr>
        <p:sp>
          <p:nvSpPr>
            <p:cNvPr id="18" name="Google Shape;5969;p49">
              <a:extLst>
                <a:ext uri="{FF2B5EF4-FFF2-40B4-BE49-F238E27FC236}">
                  <a16:creationId xmlns:a16="http://schemas.microsoft.com/office/drawing/2014/main" id="{2DB57AB0-C989-7EBD-96DF-A4BDDAB92CF1}"/>
                </a:ext>
              </a:extLst>
            </p:cNvPr>
            <p:cNvSpPr/>
            <p:nvPr/>
          </p:nvSpPr>
          <p:spPr>
            <a:xfrm>
              <a:off x="43213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T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19" name="Google Shape;5970;p49">
              <a:extLst>
                <a:ext uri="{FF2B5EF4-FFF2-40B4-BE49-F238E27FC236}">
                  <a16:creationId xmlns:a16="http://schemas.microsoft.com/office/drawing/2014/main" id="{78CC0B95-7B23-08B7-F474-DA5F8B7FEFBE}"/>
                </a:ext>
              </a:extLst>
            </p:cNvPr>
            <p:cNvSpPr/>
            <p:nvPr/>
          </p:nvSpPr>
          <p:spPr>
            <a:xfrm>
              <a:off x="37834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N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20" name="Google Shape;5971;p49">
              <a:extLst>
                <a:ext uri="{FF2B5EF4-FFF2-40B4-BE49-F238E27FC236}">
                  <a16:creationId xmlns:a16="http://schemas.microsoft.com/office/drawing/2014/main" id="{530FEF0B-52F9-1B92-435C-73A5F2013E4D}"/>
                </a:ext>
              </a:extLst>
            </p:cNvPr>
            <p:cNvSpPr/>
            <p:nvPr/>
          </p:nvSpPr>
          <p:spPr>
            <a:xfrm>
              <a:off x="48592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H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7">
          <a:extLst>
            <a:ext uri="{FF2B5EF4-FFF2-40B4-BE49-F238E27FC236}">
              <a16:creationId xmlns:a16="http://schemas.microsoft.com/office/drawing/2014/main" id="{EC8362AA-305D-19EB-C993-22A0FDB0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8" name="Google Shape;5798;p42">
            <a:extLst>
              <a:ext uri="{FF2B5EF4-FFF2-40B4-BE49-F238E27FC236}">
                <a16:creationId xmlns:a16="http://schemas.microsoft.com/office/drawing/2014/main" id="{859B63A5-9F8E-68B0-5A1E-9A82EBBE9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6935" y="2405013"/>
            <a:ext cx="58029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</a:t>
            </a:r>
            <a:endParaRPr dirty="0"/>
          </a:p>
        </p:txBody>
      </p:sp>
      <p:sp>
        <p:nvSpPr>
          <p:cNvPr id="5799" name="Google Shape;5799;p42">
            <a:extLst>
              <a:ext uri="{FF2B5EF4-FFF2-40B4-BE49-F238E27FC236}">
                <a16:creationId xmlns:a16="http://schemas.microsoft.com/office/drawing/2014/main" id="{4EF14852-8F52-9645-CAED-4DF947A2C2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16425" y="3597300"/>
            <a:ext cx="4834800" cy="5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 </a:t>
            </a:r>
          </a:p>
        </p:txBody>
      </p:sp>
      <p:sp>
        <p:nvSpPr>
          <p:cNvPr id="5800" name="Google Shape;5800;p42">
            <a:extLst>
              <a:ext uri="{FF2B5EF4-FFF2-40B4-BE49-F238E27FC236}">
                <a16:creationId xmlns:a16="http://schemas.microsoft.com/office/drawing/2014/main" id="{7B1AF2FF-4CEE-8D37-57AF-9BFB9F9C7216}"/>
              </a:ext>
            </a:extLst>
          </p:cNvPr>
          <p:cNvSpPr/>
          <p:nvPr/>
        </p:nvSpPr>
        <p:spPr>
          <a:xfrm>
            <a:off x="1621980" y="1032532"/>
            <a:ext cx="1055400" cy="1002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B7B7B7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5801" name="Google Shape;5801;p42">
            <a:extLst>
              <a:ext uri="{FF2B5EF4-FFF2-40B4-BE49-F238E27FC236}">
                <a16:creationId xmlns:a16="http://schemas.microsoft.com/office/drawing/2014/main" id="{E79C4041-4A34-B714-CE3B-DC56292B11A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94210" y="1091926"/>
            <a:ext cx="911100" cy="8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36" name="Google Shape;5968;p49">
            <a:extLst>
              <a:ext uri="{FF2B5EF4-FFF2-40B4-BE49-F238E27FC236}">
                <a16:creationId xmlns:a16="http://schemas.microsoft.com/office/drawing/2014/main" id="{65058452-9591-2CE0-7473-D31D5DEF591A}"/>
              </a:ext>
            </a:extLst>
          </p:cNvPr>
          <p:cNvGrpSpPr/>
          <p:nvPr/>
        </p:nvGrpSpPr>
        <p:grpSpPr>
          <a:xfrm>
            <a:off x="17241" y="6954"/>
            <a:ext cx="2689500" cy="511200"/>
            <a:chOff x="552546" y="4632294"/>
            <a:chExt cx="2689500" cy="511200"/>
          </a:xfrm>
        </p:grpSpPr>
        <p:sp>
          <p:nvSpPr>
            <p:cNvPr id="31" name="Google Shape;5969;p49">
              <a:extLst>
                <a:ext uri="{FF2B5EF4-FFF2-40B4-BE49-F238E27FC236}">
                  <a16:creationId xmlns:a16="http://schemas.microsoft.com/office/drawing/2014/main" id="{645DD3E5-A37D-03E4-F1FA-37D2BEECA51B}"/>
                </a:ext>
              </a:extLst>
            </p:cNvPr>
            <p:cNvSpPr/>
            <p:nvPr/>
          </p:nvSpPr>
          <p:spPr>
            <a:xfrm>
              <a:off x="10904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A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2" name="Google Shape;5970;p49">
              <a:extLst>
                <a:ext uri="{FF2B5EF4-FFF2-40B4-BE49-F238E27FC236}">
                  <a16:creationId xmlns:a16="http://schemas.microsoft.com/office/drawing/2014/main" id="{0375D915-A213-6934-736E-E54A694EB059}"/>
                </a:ext>
              </a:extLst>
            </p:cNvPr>
            <p:cNvSpPr/>
            <p:nvPr/>
          </p:nvSpPr>
          <p:spPr>
            <a:xfrm>
              <a:off x="5525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L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3" name="Google Shape;5971;p49">
              <a:extLst>
                <a:ext uri="{FF2B5EF4-FFF2-40B4-BE49-F238E27FC236}">
                  <a16:creationId xmlns:a16="http://schemas.microsoft.com/office/drawing/2014/main" id="{40DB3FCB-9007-B675-2751-B54EE8ADC123}"/>
                </a:ext>
              </a:extLst>
            </p:cNvPr>
            <p:cNvSpPr/>
            <p:nvPr/>
          </p:nvSpPr>
          <p:spPr>
            <a:xfrm>
              <a:off x="16283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B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4" name="Google Shape;5972;p49">
              <a:extLst>
                <a:ext uri="{FF2B5EF4-FFF2-40B4-BE49-F238E27FC236}">
                  <a16:creationId xmlns:a16="http://schemas.microsoft.com/office/drawing/2014/main" id="{A11DF220-C762-F203-702E-C376AFDD102C}"/>
                </a:ext>
              </a:extLst>
            </p:cNvPr>
            <p:cNvSpPr/>
            <p:nvPr/>
          </p:nvSpPr>
          <p:spPr>
            <a:xfrm>
              <a:off x="21662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Y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35" name="Google Shape;5973;p49">
              <a:extLst>
                <a:ext uri="{FF2B5EF4-FFF2-40B4-BE49-F238E27FC236}">
                  <a16:creationId xmlns:a16="http://schemas.microsoft.com/office/drawing/2014/main" id="{A4D0EDE6-E26E-5B02-CDA3-4DC5E9314879}"/>
                </a:ext>
              </a:extLst>
            </p:cNvPr>
            <p:cNvSpPr/>
            <p:nvPr/>
          </p:nvSpPr>
          <p:spPr>
            <a:xfrm>
              <a:off x="27041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R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sp>
        <p:nvSpPr>
          <p:cNvPr id="38" name="Google Shape;5974;p49">
            <a:extLst>
              <a:ext uri="{FF2B5EF4-FFF2-40B4-BE49-F238E27FC236}">
                <a16:creationId xmlns:a16="http://schemas.microsoft.com/office/drawing/2014/main" id="{CC3F9B08-EAC7-398D-E231-582C2ED5013F}"/>
              </a:ext>
            </a:extLst>
          </p:cNvPr>
          <p:cNvSpPr/>
          <p:nvPr/>
        </p:nvSpPr>
        <p:spPr>
          <a:xfrm>
            <a:off x="2708646" y="6954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I</a:t>
            </a:r>
            <a:r>
              <a:rPr lang="en" sz="6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1</a:t>
            </a:r>
            <a:endParaRPr sz="600" b="1">
              <a:solidFill>
                <a:schemeClr val="accen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43" name="Google Shape;5968;p49">
            <a:extLst>
              <a:ext uri="{FF2B5EF4-FFF2-40B4-BE49-F238E27FC236}">
                <a16:creationId xmlns:a16="http://schemas.microsoft.com/office/drawing/2014/main" id="{EC042367-FAEB-09FF-7EE1-B638343BA652}"/>
              </a:ext>
            </a:extLst>
          </p:cNvPr>
          <p:cNvGrpSpPr/>
          <p:nvPr/>
        </p:nvGrpSpPr>
        <p:grpSpPr>
          <a:xfrm>
            <a:off x="3248121" y="6954"/>
            <a:ext cx="1606080" cy="511200"/>
            <a:chOff x="3783426" y="4632294"/>
            <a:chExt cx="1613700" cy="511200"/>
          </a:xfrm>
        </p:grpSpPr>
        <p:sp>
          <p:nvSpPr>
            <p:cNvPr id="40" name="Google Shape;5969;p49">
              <a:extLst>
                <a:ext uri="{FF2B5EF4-FFF2-40B4-BE49-F238E27FC236}">
                  <a16:creationId xmlns:a16="http://schemas.microsoft.com/office/drawing/2014/main" id="{058C7724-E5E8-21CC-5282-3C0E339F56F5}"/>
                </a:ext>
              </a:extLst>
            </p:cNvPr>
            <p:cNvSpPr/>
            <p:nvPr/>
          </p:nvSpPr>
          <p:spPr>
            <a:xfrm>
              <a:off x="43213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T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1" name="Google Shape;5970;p49">
              <a:extLst>
                <a:ext uri="{FF2B5EF4-FFF2-40B4-BE49-F238E27FC236}">
                  <a16:creationId xmlns:a16="http://schemas.microsoft.com/office/drawing/2014/main" id="{1E417792-A7F5-829B-5E1B-72B248078AEB}"/>
                </a:ext>
              </a:extLst>
            </p:cNvPr>
            <p:cNvSpPr/>
            <p:nvPr/>
          </p:nvSpPr>
          <p:spPr>
            <a:xfrm>
              <a:off x="37834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N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2" name="Google Shape;5971;p49">
              <a:extLst>
                <a:ext uri="{FF2B5EF4-FFF2-40B4-BE49-F238E27FC236}">
                  <a16:creationId xmlns:a16="http://schemas.microsoft.com/office/drawing/2014/main" id="{26CC960C-ACF0-8556-647E-126FEA8DB873}"/>
                </a:ext>
              </a:extLst>
            </p:cNvPr>
            <p:cNvSpPr/>
            <p:nvPr/>
          </p:nvSpPr>
          <p:spPr>
            <a:xfrm>
              <a:off x="48592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H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50" name="Google Shape;5968;p49">
            <a:extLst>
              <a:ext uri="{FF2B5EF4-FFF2-40B4-BE49-F238E27FC236}">
                <a16:creationId xmlns:a16="http://schemas.microsoft.com/office/drawing/2014/main" id="{8584DD23-B20A-D295-4C89-E1A179F2DAB6}"/>
              </a:ext>
            </a:extLst>
          </p:cNvPr>
          <p:cNvGrpSpPr/>
          <p:nvPr/>
        </p:nvGrpSpPr>
        <p:grpSpPr>
          <a:xfrm>
            <a:off x="17241" y="6954"/>
            <a:ext cx="2689500" cy="511200"/>
            <a:chOff x="552546" y="4632294"/>
            <a:chExt cx="2689500" cy="511200"/>
          </a:xfrm>
        </p:grpSpPr>
        <p:sp>
          <p:nvSpPr>
            <p:cNvPr id="45" name="Google Shape;5969;p49">
              <a:extLst>
                <a:ext uri="{FF2B5EF4-FFF2-40B4-BE49-F238E27FC236}">
                  <a16:creationId xmlns:a16="http://schemas.microsoft.com/office/drawing/2014/main" id="{B74BD628-169E-B4C3-C867-873C767B67D0}"/>
                </a:ext>
              </a:extLst>
            </p:cNvPr>
            <p:cNvSpPr/>
            <p:nvPr/>
          </p:nvSpPr>
          <p:spPr>
            <a:xfrm>
              <a:off x="10904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A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6" name="Google Shape;5970;p49">
              <a:extLst>
                <a:ext uri="{FF2B5EF4-FFF2-40B4-BE49-F238E27FC236}">
                  <a16:creationId xmlns:a16="http://schemas.microsoft.com/office/drawing/2014/main" id="{6D8414C7-6D7E-0383-731E-BC4BD95962FE}"/>
                </a:ext>
              </a:extLst>
            </p:cNvPr>
            <p:cNvSpPr/>
            <p:nvPr/>
          </p:nvSpPr>
          <p:spPr>
            <a:xfrm>
              <a:off x="5525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L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7" name="Google Shape;5971;p49">
              <a:extLst>
                <a:ext uri="{FF2B5EF4-FFF2-40B4-BE49-F238E27FC236}">
                  <a16:creationId xmlns:a16="http://schemas.microsoft.com/office/drawing/2014/main" id="{924FE593-3548-B292-4CE4-D0DEADE5FDCD}"/>
                </a:ext>
              </a:extLst>
            </p:cNvPr>
            <p:cNvSpPr/>
            <p:nvPr/>
          </p:nvSpPr>
          <p:spPr>
            <a:xfrm>
              <a:off x="16283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B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8" name="Google Shape;5972;p49">
              <a:extLst>
                <a:ext uri="{FF2B5EF4-FFF2-40B4-BE49-F238E27FC236}">
                  <a16:creationId xmlns:a16="http://schemas.microsoft.com/office/drawing/2014/main" id="{208E4DD8-3517-85B7-4048-70EF58E37D01}"/>
                </a:ext>
              </a:extLst>
            </p:cNvPr>
            <p:cNvSpPr/>
            <p:nvPr/>
          </p:nvSpPr>
          <p:spPr>
            <a:xfrm>
              <a:off x="21662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Y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49" name="Google Shape;5973;p49">
              <a:extLst>
                <a:ext uri="{FF2B5EF4-FFF2-40B4-BE49-F238E27FC236}">
                  <a16:creationId xmlns:a16="http://schemas.microsoft.com/office/drawing/2014/main" id="{2BA03D1C-6E6A-F607-B19E-08ECD8A7A700}"/>
                </a:ext>
              </a:extLst>
            </p:cNvPr>
            <p:cNvSpPr/>
            <p:nvPr/>
          </p:nvSpPr>
          <p:spPr>
            <a:xfrm>
              <a:off x="270414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R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sp>
        <p:nvSpPr>
          <p:cNvPr id="52" name="Google Shape;5974;p49">
            <a:extLst>
              <a:ext uri="{FF2B5EF4-FFF2-40B4-BE49-F238E27FC236}">
                <a16:creationId xmlns:a16="http://schemas.microsoft.com/office/drawing/2014/main" id="{700BBAEB-B331-6BB5-D75C-F310568BC6EC}"/>
              </a:ext>
            </a:extLst>
          </p:cNvPr>
          <p:cNvSpPr/>
          <p:nvPr/>
        </p:nvSpPr>
        <p:spPr>
          <a:xfrm>
            <a:off x="2708646" y="6954"/>
            <a:ext cx="537900" cy="511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I</a:t>
            </a:r>
            <a:r>
              <a:rPr lang="en" sz="600" b="1" dirty="0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rPr>
              <a:t>1</a:t>
            </a:r>
            <a:endParaRPr sz="600" b="1">
              <a:solidFill>
                <a:schemeClr val="accen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7" name="Google Shape;5968;p49">
            <a:extLst>
              <a:ext uri="{FF2B5EF4-FFF2-40B4-BE49-F238E27FC236}">
                <a16:creationId xmlns:a16="http://schemas.microsoft.com/office/drawing/2014/main" id="{5751A99F-D04D-329E-24A8-5F74C357CDCB}"/>
              </a:ext>
            </a:extLst>
          </p:cNvPr>
          <p:cNvGrpSpPr/>
          <p:nvPr/>
        </p:nvGrpSpPr>
        <p:grpSpPr>
          <a:xfrm>
            <a:off x="3248121" y="6954"/>
            <a:ext cx="1606080" cy="511200"/>
            <a:chOff x="3783426" y="4632294"/>
            <a:chExt cx="1613700" cy="511200"/>
          </a:xfrm>
        </p:grpSpPr>
        <p:sp>
          <p:nvSpPr>
            <p:cNvPr id="54" name="Google Shape;5969;p49">
              <a:extLst>
                <a:ext uri="{FF2B5EF4-FFF2-40B4-BE49-F238E27FC236}">
                  <a16:creationId xmlns:a16="http://schemas.microsoft.com/office/drawing/2014/main" id="{F4D2DE3C-9763-531A-AC59-88BE4E51E1A6}"/>
                </a:ext>
              </a:extLst>
            </p:cNvPr>
            <p:cNvSpPr/>
            <p:nvPr/>
          </p:nvSpPr>
          <p:spPr>
            <a:xfrm>
              <a:off x="43213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T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5" name="Google Shape;5970;p49">
              <a:extLst>
                <a:ext uri="{FF2B5EF4-FFF2-40B4-BE49-F238E27FC236}">
                  <a16:creationId xmlns:a16="http://schemas.microsoft.com/office/drawing/2014/main" id="{1D6BB42B-E3BA-D08F-A35D-760A7F4409EC}"/>
                </a:ext>
              </a:extLst>
            </p:cNvPr>
            <p:cNvSpPr/>
            <p:nvPr/>
          </p:nvSpPr>
          <p:spPr>
            <a:xfrm>
              <a:off x="37834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N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6" name="Google Shape;5971;p49">
              <a:extLst>
                <a:ext uri="{FF2B5EF4-FFF2-40B4-BE49-F238E27FC236}">
                  <a16:creationId xmlns:a16="http://schemas.microsoft.com/office/drawing/2014/main" id="{F013C670-49D3-3EDB-DCB4-F13D1FC0FA49}"/>
                </a:ext>
              </a:extLst>
            </p:cNvPr>
            <p:cNvSpPr/>
            <p:nvPr/>
          </p:nvSpPr>
          <p:spPr>
            <a:xfrm>
              <a:off x="4859226" y="4632294"/>
              <a:ext cx="537900" cy="5112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H</a:t>
              </a:r>
              <a:r>
                <a:rPr lang="en" sz="600" b="1" dirty="0">
                  <a:solidFill>
                    <a:schemeClr val="accent2"/>
                  </a:solidFill>
                  <a:latin typeface="Spartan"/>
                  <a:ea typeface="Spartan"/>
                  <a:cs typeface="Spartan"/>
                  <a:sym typeface="Spartan"/>
                </a:rPr>
                <a:t>1</a:t>
              </a:r>
              <a:endParaRPr sz="600" b="1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190363"/>
      </p:ext>
    </p:extLst>
  </p:cSld>
  <p:clrMapOvr>
    <a:masterClrMapping/>
  </p:clrMapOvr>
</p:sld>
</file>

<file path=ppt/theme/theme1.xml><?xml version="1.0" encoding="utf-8"?>
<a:theme xmlns:a="http://schemas.openxmlformats.org/drawingml/2006/main" name="Connect Words Game Day by Slidesgo">
  <a:themeElements>
    <a:clrScheme name="Simple Light">
      <a:dk1>
        <a:srgbClr val="000000"/>
      </a:dk1>
      <a:lt1>
        <a:srgbClr val="252525"/>
      </a:lt1>
      <a:dk2>
        <a:srgbClr val="434343"/>
      </a:dk2>
      <a:lt2>
        <a:srgbClr val="999999"/>
      </a:lt2>
      <a:accent1>
        <a:srgbClr val="BEBEBE"/>
      </a:accent1>
      <a:accent2>
        <a:srgbClr val="DBDDD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Connect Words Game Day by Slidesgo</vt:lpstr>
      <vt:lpstr>Slidesgo Final Pages</vt:lpstr>
      <vt:lpstr>RAD</vt:lpstr>
      <vt:lpstr>TABLE OF CONTENTS</vt:lpstr>
      <vt:lpstr>TEAM</vt:lpstr>
      <vt:lpstr>TEAM</vt:lpstr>
      <vt:lpstr>TEAMWORK</vt:lpstr>
      <vt:lpstr>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175</cp:revision>
  <dcterms:modified xsi:type="dcterms:W3CDTF">2025-11-16T19:54:22Z</dcterms:modified>
</cp:coreProperties>
</file>